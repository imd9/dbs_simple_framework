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7_669B6AB4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3_0.xml" ContentType="application/vnd.ms-powerpoint.comments+xml"/>
  <Override PartName="/ppt/notesSlides/notesSlide4.xml" ContentType="application/vnd.openxmlformats-officedocument.presentationml.notesSlide+xml"/>
  <Override PartName="/ppt/comments/modernComment_104_0.xml" ContentType="application/vnd.ms-powerpoint.comments+xml"/>
  <Override PartName="/ppt/comments/modernComment_109_0.xml" ContentType="application/vnd.ms-powerpoint.comments+xml"/>
  <Override PartName="/ppt/notesSlides/notesSlide5.xml" ContentType="application/vnd.openxmlformats-officedocument.presentationml.notesSlide+xml"/>
  <Override PartName="/ppt/comments/modernComment_112_1C4543A6.xml" ContentType="application/vnd.ms-powerpoint.comment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9" r:id="rId3"/>
    <p:sldId id="258" r:id="rId4"/>
    <p:sldId id="285" r:id="rId5"/>
    <p:sldId id="281" r:id="rId6"/>
    <p:sldId id="271" r:id="rId7"/>
    <p:sldId id="259" r:id="rId8"/>
    <p:sldId id="260" r:id="rId9"/>
    <p:sldId id="261" r:id="rId10"/>
    <p:sldId id="263" r:id="rId11"/>
    <p:sldId id="265" r:id="rId12"/>
    <p:sldId id="273" r:id="rId13"/>
    <p:sldId id="274" r:id="rId14"/>
    <p:sldId id="276" r:id="rId15"/>
    <p:sldId id="277" r:id="rId16"/>
    <p:sldId id="278" r:id="rId17"/>
    <p:sldId id="287" r:id="rId18"/>
    <p:sldId id="257" r:id="rId19"/>
    <p:sldId id="284" r:id="rId20"/>
    <p:sldId id="280" r:id="rId21"/>
    <p:sldId id="282" r:id="rId22"/>
    <p:sldId id="286" r:id="rId23"/>
    <p:sldId id="283" r:id="rId24"/>
    <p:sldId id="264" r:id="rId25"/>
    <p:sldId id="26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E6555E-A9BD-BD85-5D43-2346CF5F7E4C}" name="Duran, Italo [ETHUS]" initials="ID" userId="S::IDuran3@its.jnj.com::ee543a02-cff0-44f5-ad87-1d7ba9009238" providerId="AD"/>
  <p188:author id="{FD7E4864-C767-EA39-09E2-4ADEE9930293}" name="Yagnik, Yash [JRDUS]" initials="YY" userId="S::YYagnik@its.jnj.com::98d62dcf-0d53-4768-91ce-c55d8885577c" providerId="AD"/>
  <p188:author id="{3A68A6C8-0AFB-806A-9AD8-2248E3D88CAF}" name="Yagnik, Yash [JRDUS]" initials="YY" userId="S::yyagnik@its.jnj.com::98d62dcf-0d53-4768-91ce-c55d888557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BECA19-B304-4422-85C5-5515848A2071}" v="318" dt="2026-07-22T19:19:44.854"/>
    <p1510:client id="{83687184-0599-7A94-4022-C04807141DFF}" v="31" dt="2026-07-22T13:30:58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gnik, Yash [JRDUS]" userId="98d62dcf-0d53-4768-91ce-c55d8885577c" providerId="ADAL" clId="{5BAAFA41-A382-5EF1-81FC-7970AF09B3DE}"/>
    <pc:docChg chg="undo redo custSel addSld delSld modSld sldOrd">
      <pc:chgData name="Yagnik, Yash [JRDUS]" userId="98d62dcf-0d53-4768-91ce-c55d8885577c" providerId="ADAL" clId="{5BAAFA41-A382-5EF1-81FC-7970AF09B3DE}" dt="2026-07-20T18:10:35.539" v="1660" actId="20577"/>
      <pc:docMkLst>
        <pc:docMk/>
      </pc:docMkLst>
      <pc:sldChg chg="addSp delSp modSp mod">
        <pc:chgData name="Yagnik, Yash [JRDUS]" userId="98d62dcf-0d53-4768-91ce-c55d8885577c" providerId="ADAL" clId="{5BAAFA41-A382-5EF1-81FC-7970AF09B3DE}" dt="2026-07-16T15:29:20.863" v="390" actId="1076"/>
        <pc:sldMkLst>
          <pc:docMk/>
          <pc:sldMk cId="0" sldId="258"/>
        </pc:sldMkLst>
      </pc:sldChg>
      <pc:sldChg chg="addSp delSp modSp mod">
        <pc:chgData name="Yagnik, Yash [JRDUS]" userId="98d62dcf-0d53-4768-91ce-c55d8885577c" providerId="ADAL" clId="{5BAAFA41-A382-5EF1-81FC-7970AF09B3DE}" dt="2026-07-16T19:37:41.870" v="1226" actId="13926"/>
        <pc:sldMkLst>
          <pc:docMk/>
          <pc:sldMk cId="0" sldId="259"/>
        </pc:sldMkLst>
        <pc:spChg chg="mod">
          <ac:chgData name="Yagnik, Yash [JRDUS]" userId="98d62dcf-0d53-4768-91ce-c55d8885577c" providerId="ADAL" clId="{5BAAFA41-A382-5EF1-81FC-7970AF09B3DE}" dt="2026-07-16T14:26:48.247" v="190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Yagnik, Yash [JRDUS]" userId="98d62dcf-0d53-4768-91ce-c55d8885577c" providerId="ADAL" clId="{5BAAFA41-A382-5EF1-81FC-7970AF09B3DE}" dt="2026-07-16T14:25:38.390" v="153" actId="20577"/>
          <ac:spMkLst>
            <pc:docMk/>
            <pc:sldMk cId="0" sldId="259"/>
            <ac:spMk id="3" creationId="{00000000-0000-0000-0000-000000000000}"/>
          </ac:spMkLst>
        </pc:spChg>
        <pc:graphicFrameChg chg="add mod modGraphic">
          <ac:chgData name="Yagnik, Yash [JRDUS]" userId="98d62dcf-0d53-4768-91ce-c55d8885577c" providerId="ADAL" clId="{5BAAFA41-A382-5EF1-81FC-7970AF09B3DE}" dt="2026-07-16T19:37:41.870" v="1226" actId="13926"/>
          <ac:graphicFrameMkLst>
            <pc:docMk/>
            <pc:sldMk cId="0" sldId="259"/>
            <ac:graphicFrameMk id="5" creationId="{25CBFA30-3BD3-F1EC-2FF5-35D17C3FD642}"/>
          </ac:graphicFrameMkLst>
        </pc:graphicFrameChg>
      </pc:sldChg>
      <pc:sldChg chg="addSp delSp modSp mod">
        <pc:chgData name="Yagnik, Yash [JRDUS]" userId="98d62dcf-0d53-4768-91ce-c55d8885577c" providerId="ADAL" clId="{5BAAFA41-A382-5EF1-81FC-7970AF09B3DE}" dt="2026-07-16T19:37:25.296" v="1195" actId="13926"/>
        <pc:sldMkLst>
          <pc:docMk/>
          <pc:sldMk cId="0" sldId="260"/>
        </pc:sldMkLst>
        <pc:spChg chg="mod">
          <ac:chgData name="Yagnik, Yash [JRDUS]" userId="98d62dcf-0d53-4768-91ce-c55d8885577c" providerId="ADAL" clId="{5BAAFA41-A382-5EF1-81FC-7970AF09B3DE}" dt="2026-07-16T15:47:07.194" v="598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Yagnik, Yash [JRDUS]" userId="98d62dcf-0d53-4768-91ce-c55d8885577c" providerId="ADAL" clId="{5BAAFA41-A382-5EF1-81FC-7970AF09B3DE}" dt="2026-07-16T19:37:25.296" v="1195" actId="13926"/>
          <ac:spMkLst>
            <pc:docMk/>
            <pc:sldMk cId="0" sldId="260"/>
            <ac:spMk id="3" creationId="{00000000-0000-0000-0000-000000000000}"/>
          </ac:spMkLst>
        </pc:spChg>
        <pc:picChg chg="add mod modCrop">
          <ac:chgData name="Yagnik, Yash [JRDUS]" userId="98d62dcf-0d53-4768-91ce-c55d8885577c" providerId="ADAL" clId="{5BAAFA41-A382-5EF1-81FC-7970AF09B3DE}" dt="2026-07-16T15:47:18.744" v="600" actId="1076"/>
          <ac:picMkLst>
            <pc:docMk/>
            <pc:sldMk cId="0" sldId="260"/>
            <ac:picMk id="6" creationId="{5235DA4A-E24F-AB15-FB97-CF10D736F6E4}"/>
          </ac:picMkLst>
        </pc:picChg>
      </pc:sldChg>
      <pc:sldChg chg="addSp delSp modSp mod">
        <pc:chgData name="Yagnik, Yash [JRDUS]" userId="98d62dcf-0d53-4768-91ce-c55d8885577c" providerId="ADAL" clId="{5BAAFA41-A382-5EF1-81FC-7970AF09B3DE}" dt="2026-07-16T17:11:27.038" v="668"/>
        <pc:sldMkLst>
          <pc:docMk/>
          <pc:sldMk cId="0" sldId="265"/>
        </pc:sldMkLst>
      </pc:sldChg>
      <pc:sldChg chg="modSp">
        <pc:chgData name="Yagnik, Yash [JRDUS]" userId="98d62dcf-0d53-4768-91ce-c55d8885577c" providerId="ADAL" clId="{5BAAFA41-A382-5EF1-81FC-7970AF09B3DE}" dt="2026-07-16T14:07:14.269" v="79"/>
        <pc:sldMkLst>
          <pc:docMk/>
          <pc:sldMk cId="1103125013" sldId="271"/>
        </pc:sldMkLst>
      </pc:sldChg>
      <pc:sldChg chg="addSp delSp modSp mod setBg">
        <pc:chgData name="Yagnik, Yash [JRDUS]" userId="98d62dcf-0d53-4768-91ce-c55d8885577c" providerId="ADAL" clId="{5BAAFA41-A382-5EF1-81FC-7970AF09B3DE}" dt="2026-07-20T18:10:35.539" v="1660" actId="20577"/>
        <pc:sldMkLst>
          <pc:docMk/>
          <pc:sldMk cId="3064889420" sldId="273"/>
        </pc:sldMkLst>
        <pc:spChg chg="mod">
          <ac:chgData name="Yagnik, Yash [JRDUS]" userId="98d62dcf-0d53-4768-91ce-c55d8885577c" providerId="ADAL" clId="{5BAAFA41-A382-5EF1-81FC-7970AF09B3DE}" dt="2026-07-16T18:22:21.915" v="860" actId="26606"/>
          <ac:spMkLst>
            <pc:docMk/>
            <pc:sldMk cId="3064889420" sldId="273"/>
            <ac:spMk id="2" creationId="{00000000-0000-0000-0000-000000000000}"/>
          </ac:spMkLst>
        </pc:spChg>
        <pc:spChg chg="mod">
          <ac:chgData name="Yagnik, Yash [JRDUS]" userId="98d62dcf-0d53-4768-91ce-c55d8885577c" providerId="ADAL" clId="{5BAAFA41-A382-5EF1-81FC-7970AF09B3DE}" dt="2026-07-16T20:24:46.701" v="1649" actId="15"/>
          <ac:spMkLst>
            <pc:docMk/>
            <pc:sldMk cId="3064889420" sldId="273"/>
            <ac:spMk id="4" creationId="{00000000-0000-0000-0000-000000000000}"/>
          </ac:spMkLst>
        </pc:spChg>
        <pc:spChg chg="add mod">
          <ac:chgData name="Yagnik, Yash [JRDUS]" userId="98d62dcf-0d53-4768-91ce-c55d8885577c" providerId="ADAL" clId="{5BAAFA41-A382-5EF1-81FC-7970AF09B3DE}" dt="2026-07-20T18:10:35.539" v="1660" actId="20577"/>
          <ac:spMkLst>
            <pc:docMk/>
            <pc:sldMk cId="3064889420" sldId="273"/>
            <ac:spMk id="43" creationId="{00000000-0000-0000-0000-000000000000}"/>
          </ac:spMkLst>
        </pc:spChg>
      </pc:sldChg>
      <pc:sldChg chg="addSp delSp modSp mod modCm">
        <pc:chgData name="Yagnik, Yash [JRDUS]" userId="98d62dcf-0d53-4768-91ce-c55d8885577c" providerId="ADAL" clId="{5BAAFA41-A382-5EF1-81FC-7970AF09B3DE}" dt="2026-07-16T18:17:18.779" v="855"/>
        <pc:sldMkLst>
          <pc:docMk/>
          <pc:sldMk cId="1721461428" sldId="279"/>
        </pc:sldMkLst>
        <pc:spChg chg="mod">
          <ac:chgData name="Yagnik, Yash [JRDUS]" userId="98d62dcf-0d53-4768-91ce-c55d8885577c" providerId="ADAL" clId="{5BAAFA41-A382-5EF1-81FC-7970AF09B3DE}" dt="2026-07-16T15:56:13.003" v="654" actId="13926"/>
          <ac:spMkLst>
            <pc:docMk/>
            <pc:sldMk cId="1721461428" sldId="279"/>
            <ac:spMk id="2" creationId="{00000000-0000-0000-0000-000000000000}"/>
          </ac:spMkLst>
        </pc:spChg>
        <pc:spChg chg="add mod">
          <ac:chgData name="Yagnik, Yash [JRDUS]" userId="98d62dcf-0d53-4768-91ce-c55d8885577c" providerId="ADAL" clId="{5BAAFA41-A382-5EF1-81FC-7970AF09B3DE}" dt="2026-07-16T15:54:55.751" v="653" actId="1076"/>
          <ac:spMkLst>
            <pc:docMk/>
            <pc:sldMk cId="1721461428" sldId="279"/>
            <ac:spMk id="3" creationId="{77BED977-8A55-F1D6-38E0-FBAC11093215}"/>
          </ac:spMkLst>
        </pc:spChg>
        <pc:spChg chg="mod">
          <ac:chgData name="Yagnik, Yash [JRDUS]" userId="98d62dcf-0d53-4768-91ce-c55d8885577c" providerId="ADAL" clId="{5BAAFA41-A382-5EF1-81FC-7970AF09B3DE}" dt="2026-07-16T18:17:18.779" v="855"/>
          <ac:spMkLst>
            <pc:docMk/>
            <pc:sldMk cId="1721461428" sldId="279"/>
            <ac:spMk id="7" creationId="{A17F1F8E-E11C-DAAA-3F84-512DFD03705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agnik, Yash [JRDUS]" userId="98d62dcf-0d53-4768-91ce-c55d8885577c" providerId="ADAL" clId="{5BAAFA41-A382-5EF1-81FC-7970AF09B3DE}" dt="2026-07-16T15:51:52.269" v="616" actId="20577"/>
              <pc2:cmMkLst xmlns:pc2="http://schemas.microsoft.com/office/powerpoint/2019/9/main/command">
                <pc:docMk/>
                <pc:sldMk cId="1721461428" sldId="279"/>
                <pc2:cmMk id="{36CBD83B-CD9D-6D4C-B4BC-0E7BF4AA6838}"/>
              </pc2:cmMkLst>
            </pc226:cmChg>
            <pc226:cmChg xmlns:pc226="http://schemas.microsoft.com/office/powerpoint/2022/06/main/command" chg="mod">
              <pc226:chgData name="Yagnik, Yash [JRDUS]" userId="98d62dcf-0d53-4768-91ce-c55d8885577c" providerId="ADAL" clId="{5BAAFA41-A382-5EF1-81FC-7970AF09B3DE}" dt="2026-07-16T15:53:59.526" v="644" actId="20577"/>
              <pc2:cmMkLst xmlns:pc2="http://schemas.microsoft.com/office/powerpoint/2019/9/main/command">
                <pc:docMk/>
                <pc:sldMk cId="1721461428" sldId="279"/>
                <pc2:cmMk id="{7538D37D-DB8D-4A22-87AF-5C78528FA6EA}"/>
              </pc2:cmMkLst>
            </pc226:cmChg>
            <pc226:cmChg xmlns:pc226="http://schemas.microsoft.com/office/powerpoint/2022/06/main/command" chg="mod">
              <pc226:chgData name="Yagnik, Yash [JRDUS]" userId="98d62dcf-0d53-4768-91ce-c55d8885577c" providerId="ADAL" clId="{5BAAFA41-A382-5EF1-81FC-7970AF09B3DE}" dt="2026-07-16T15:53:59.526" v="644" actId="20577"/>
              <pc2:cmMkLst xmlns:pc2="http://schemas.microsoft.com/office/powerpoint/2019/9/main/command">
                <pc:docMk/>
                <pc:sldMk cId="1721461428" sldId="279"/>
                <pc2:cmMk id="{05652686-0C7C-4734-869C-0F176CFF5A8C}"/>
              </pc2:cmMkLst>
            </pc226:cmChg>
          </p:ext>
        </pc:extLst>
      </pc:sldChg>
      <pc:sldChg chg="ord">
        <pc:chgData name="Yagnik, Yash [JRDUS]" userId="98d62dcf-0d53-4768-91ce-c55d8885577c" providerId="ADAL" clId="{5BAAFA41-A382-5EF1-81FC-7970AF09B3DE}" dt="2026-07-16T14:14:49.399" v="93" actId="20578"/>
        <pc:sldMkLst>
          <pc:docMk/>
          <pc:sldMk cId="2837993509" sldId="280"/>
        </pc:sldMkLst>
      </pc:sldChg>
      <pc:sldChg chg="addSp modSp new mod">
        <pc:chgData name="Yagnik, Yash [JRDUS]" userId="98d62dcf-0d53-4768-91ce-c55d8885577c" providerId="ADAL" clId="{5BAAFA41-A382-5EF1-81FC-7970AF09B3DE}" dt="2026-07-16T14:10:39.817" v="91" actId="1076"/>
        <pc:sldMkLst>
          <pc:docMk/>
          <pc:sldMk cId="2056390182" sldId="281"/>
        </pc:sldMkLst>
      </pc:sldChg>
      <pc:sldChg chg="add">
        <pc:chgData name="Yagnik, Yash [JRDUS]" userId="98d62dcf-0d53-4768-91ce-c55d8885577c" providerId="ADAL" clId="{5BAAFA41-A382-5EF1-81FC-7970AF09B3DE}" dt="2026-07-16T14:14:35.150" v="92"/>
        <pc:sldMkLst>
          <pc:docMk/>
          <pc:sldMk cId="2182988421" sldId="282"/>
        </pc:sldMkLst>
      </pc:sldChg>
    </pc:docChg>
  </pc:docChgLst>
  <pc:docChgLst>
    <pc:chgData name="Yagnik, Yash [JRDUS]" userId="S::yyagnik@its.jnj.com::98d62dcf-0d53-4768-91ce-c55d8885577c" providerId="AD" clId="Web-{92ABB12B-7D56-B64D-A6F0-938CC9EF1A35}"/>
    <pc:docChg chg="mod addSld modSld">
      <pc:chgData name="Yagnik, Yash [JRDUS]" userId="S::yyagnik@its.jnj.com::98d62dcf-0d53-4768-91ce-c55d8885577c" providerId="AD" clId="Web-{92ABB12B-7D56-B64D-A6F0-938CC9EF1A35}" dt="2026-07-16T13:50:06.148" v="137"/>
      <pc:docMkLst>
        <pc:docMk/>
      </pc:docMkLst>
      <pc:sldChg chg="add">
        <pc:chgData name="Yagnik, Yash [JRDUS]" userId="S::yyagnik@its.jnj.com::98d62dcf-0d53-4768-91ce-c55d8885577c" providerId="AD" clId="Web-{92ABB12B-7D56-B64D-A6F0-938CC9EF1A35}" dt="2026-07-16T13:10:06.059" v="0"/>
        <pc:sldMkLst>
          <pc:docMk/>
          <pc:sldMk cId="3086940652" sldId="267"/>
        </pc:sldMkLst>
      </pc:sldChg>
      <pc:sldChg chg="add">
        <pc:chgData name="Yagnik, Yash [JRDUS]" userId="S::yyagnik@its.jnj.com::98d62dcf-0d53-4768-91ce-c55d8885577c" providerId="AD" clId="Web-{92ABB12B-7D56-B64D-A6F0-938CC9EF1A35}" dt="2026-07-16T13:10:06.105" v="1"/>
        <pc:sldMkLst>
          <pc:docMk/>
          <pc:sldMk cId="2428963826" sldId="268"/>
        </pc:sldMkLst>
      </pc:sldChg>
      <pc:sldChg chg="add">
        <pc:chgData name="Yagnik, Yash [JRDUS]" userId="S::yyagnik@its.jnj.com::98d62dcf-0d53-4768-91ce-c55d8885577c" providerId="AD" clId="Web-{92ABB12B-7D56-B64D-A6F0-938CC9EF1A35}" dt="2026-07-16T13:10:06.152" v="2"/>
        <pc:sldMkLst>
          <pc:docMk/>
          <pc:sldMk cId="4279024360" sldId="269"/>
        </pc:sldMkLst>
      </pc:sldChg>
      <pc:sldChg chg="add">
        <pc:chgData name="Yagnik, Yash [JRDUS]" userId="S::yyagnik@its.jnj.com::98d62dcf-0d53-4768-91ce-c55d8885577c" providerId="AD" clId="Web-{92ABB12B-7D56-B64D-A6F0-938CC9EF1A35}" dt="2026-07-16T13:10:06.199" v="3"/>
        <pc:sldMkLst>
          <pc:docMk/>
          <pc:sldMk cId="1306742013" sldId="270"/>
        </pc:sldMkLst>
      </pc:sldChg>
      <pc:sldChg chg="add">
        <pc:chgData name="Yagnik, Yash [JRDUS]" userId="S::yyagnik@its.jnj.com::98d62dcf-0d53-4768-91ce-c55d8885577c" providerId="AD" clId="Web-{92ABB12B-7D56-B64D-A6F0-938CC9EF1A35}" dt="2026-07-16T13:10:06.215" v="4"/>
        <pc:sldMkLst>
          <pc:docMk/>
          <pc:sldMk cId="1103125013" sldId="271"/>
        </pc:sldMkLst>
      </pc:sldChg>
      <pc:sldChg chg="add">
        <pc:chgData name="Yagnik, Yash [JRDUS]" userId="S::yyagnik@its.jnj.com::98d62dcf-0d53-4768-91ce-c55d8885577c" providerId="AD" clId="Web-{92ABB12B-7D56-B64D-A6F0-938CC9EF1A35}" dt="2026-07-16T13:10:06.246" v="5"/>
        <pc:sldMkLst>
          <pc:docMk/>
          <pc:sldMk cId="1978214283" sldId="272"/>
        </pc:sldMkLst>
      </pc:sldChg>
      <pc:sldChg chg="add">
        <pc:chgData name="Yagnik, Yash [JRDUS]" userId="S::yyagnik@its.jnj.com::98d62dcf-0d53-4768-91ce-c55d8885577c" providerId="AD" clId="Web-{92ABB12B-7D56-B64D-A6F0-938CC9EF1A35}" dt="2026-07-16T13:10:06.277" v="6"/>
        <pc:sldMkLst>
          <pc:docMk/>
          <pc:sldMk cId="3064889420" sldId="273"/>
        </pc:sldMkLst>
      </pc:sldChg>
      <pc:sldChg chg="add">
        <pc:chgData name="Yagnik, Yash [JRDUS]" userId="S::yyagnik@its.jnj.com::98d62dcf-0d53-4768-91ce-c55d8885577c" providerId="AD" clId="Web-{92ABB12B-7D56-B64D-A6F0-938CC9EF1A35}" dt="2026-07-16T13:10:06.309" v="7"/>
        <pc:sldMkLst>
          <pc:docMk/>
          <pc:sldMk cId="474301350" sldId="274"/>
        </pc:sldMkLst>
      </pc:sldChg>
      <pc:sldChg chg="addSp delSp modSp add modCm">
        <pc:chgData name="Yagnik, Yash [JRDUS]" userId="S::yyagnik@its.jnj.com::98d62dcf-0d53-4768-91ce-c55d8885577c" providerId="AD" clId="Web-{92ABB12B-7D56-B64D-A6F0-938CC9EF1A35}" dt="2026-07-16T13:50:06.148" v="137"/>
        <pc:sldMkLst>
          <pc:docMk/>
          <pc:sldMk cId="1721461428" sldId="279"/>
        </pc:sldMkLst>
        <pc:spChg chg="del mod">
          <ac:chgData name="Yagnik, Yash [JRDUS]" userId="S::yyagnik@its.jnj.com::98d62dcf-0d53-4768-91ce-c55d8885577c" providerId="AD" clId="Web-{92ABB12B-7D56-B64D-A6F0-938CC9EF1A35}" dt="2026-07-16T13:49:56.085" v="136"/>
          <ac:spMkLst>
            <pc:docMk/>
            <pc:sldMk cId="1721461428" sldId="279"/>
            <ac:spMk id="3" creationId="{00000000-0000-0000-0000-000000000000}"/>
          </ac:spMkLst>
        </pc:spChg>
        <pc:spChg chg="add del mod">
          <ac:chgData name="Yagnik, Yash [JRDUS]" userId="S::yyagnik@its.jnj.com::98d62dcf-0d53-4768-91ce-c55d8885577c" providerId="AD" clId="Web-{92ABB12B-7D56-B64D-A6F0-938CC9EF1A35}" dt="2026-07-16T13:37:15.119" v="129"/>
          <ac:spMkLst>
            <pc:docMk/>
            <pc:sldMk cId="1721461428" sldId="279"/>
            <ac:spMk id="4" creationId="{9047F865-6C25-9EAF-25D2-58532B7D1462}"/>
          </ac:spMkLst>
        </pc:spChg>
        <pc:spChg chg="add mod">
          <ac:chgData name="Yagnik, Yash [JRDUS]" userId="S::yyagnik@its.jnj.com::98d62dcf-0d53-4768-91ce-c55d8885577c" providerId="AD" clId="Web-{92ABB12B-7D56-B64D-A6F0-938CC9EF1A35}" dt="2026-07-16T13:49:56.085" v="136"/>
          <ac:spMkLst>
            <pc:docMk/>
            <pc:sldMk cId="1721461428" sldId="279"/>
            <ac:spMk id="6" creationId="{E975E221-DAD1-9C0A-AC8E-F2AF1DA5F033}"/>
          </ac:spMkLst>
        </pc:spChg>
        <pc:spChg chg="add">
          <ac:chgData name="Yagnik, Yash [JRDUS]" userId="S::yyagnik@its.jnj.com::98d62dcf-0d53-4768-91ce-c55d8885577c" providerId="AD" clId="Web-{92ABB12B-7D56-B64D-A6F0-938CC9EF1A35}" dt="2026-07-16T13:50:06.148" v="137"/>
          <ac:spMkLst>
            <pc:docMk/>
            <pc:sldMk cId="1721461428" sldId="279"/>
            <ac:spMk id="7" creationId="{A17F1F8E-E11C-DAAA-3F84-512DFD03705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agnik, Yash [JRDUS]" userId="S::yyagnik@its.jnj.com::98d62dcf-0d53-4768-91ce-c55d8885577c" providerId="AD" clId="Web-{92ABB12B-7D56-B64D-A6F0-938CC9EF1A35}" dt="2026-07-16T13:37:58.573" v="134" actId="20577"/>
              <pc2:cmMkLst xmlns:pc2="http://schemas.microsoft.com/office/powerpoint/2019/9/main/command">
                <pc:docMk/>
                <pc:sldMk cId="1721461428" sldId="279"/>
                <pc2:cmMk id="{7538D37D-DB8D-4A22-87AF-5C78528FA6EA}"/>
              </pc2:cmMkLst>
            </pc226:cmChg>
            <pc226:cmChg xmlns:pc226="http://schemas.microsoft.com/office/powerpoint/2022/06/main/command" chg="mod">
              <pc226:chgData name="Yagnik, Yash [JRDUS]" userId="S::yyagnik@its.jnj.com::98d62dcf-0d53-4768-91ce-c55d8885577c" providerId="AD" clId="Web-{92ABB12B-7D56-B64D-A6F0-938CC9EF1A35}" dt="2026-07-16T13:37:58.573" v="134" actId="20577"/>
              <pc2:cmMkLst xmlns:pc2="http://schemas.microsoft.com/office/powerpoint/2019/9/main/command">
                <pc:docMk/>
                <pc:sldMk cId="1721461428" sldId="279"/>
                <pc2:cmMk id="{05652686-0C7C-4734-869C-0F176CFF5A8C}"/>
              </pc2:cmMkLst>
            </pc226:cmChg>
          </p:ext>
        </pc:extLst>
      </pc:sldChg>
    </pc:docChg>
  </pc:docChgLst>
  <pc:docChgLst>
    <pc:chgData name="Duran, Italo [ETHUS]" userId="ee543a02-cff0-44f5-ad87-1d7ba9009238" providerId="ADAL" clId="{D47AD13C-23DB-4A6E-AE41-52FD366C3D00}"/>
    <pc:docChg chg="undo redo custSel addSld delSld modSld sldOrd">
      <pc:chgData name="Duran, Italo [ETHUS]" userId="ee543a02-cff0-44f5-ad87-1d7ba9009238" providerId="ADAL" clId="{D47AD13C-23DB-4A6E-AE41-52FD366C3D00}" dt="2026-07-22T19:19:44.854" v="1453" actId="20577"/>
      <pc:docMkLst>
        <pc:docMk/>
      </pc:docMkLst>
      <pc:sldChg chg="addSp delSp modSp mod setBg">
        <pc:chgData name="Duran, Italo [ETHUS]" userId="ee543a02-cff0-44f5-ad87-1d7ba9009238" providerId="ADAL" clId="{D47AD13C-23DB-4A6E-AE41-52FD366C3D00}" dt="2026-07-16T18:32:49.246" v="993" actId="20577"/>
        <pc:sldMkLst>
          <pc:docMk/>
          <pc:sldMk cId="0" sldId="256"/>
        </pc:sldMkLst>
        <pc:spChg chg="mod">
          <ac:chgData name="Duran, Italo [ETHUS]" userId="ee543a02-cff0-44f5-ad87-1d7ba9009238" providerId="ADAL" clId="{D47AD13C-23DB-4A6E-AE41-52FD366C3D00}" dt="2026-07-16T18:32:49.246" v="99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8:32:26.750" v="988" actId="20577"/>
          <ac:spMkLst>
            <pc:docMk/>
            <pc:sldMk cId="0" sldId="256"/>
            <ac:spMk id="3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3:57:05.095" v="110" actId="26606"/>
          <ac:spMkLst>
            <pc:docMk/>
            <pc:sldMk cId="0" sldId="256"/>
            <ac:spMk id="52" creationId="{1EADCAF8-8823-4E89-8612-21029831A4B2}"/>
          </ac:spMkLst>
        </pc:spChg>
        <pc:spChg chg="add">
          <ac:chgData name="Duran, Italo [ETHUS]" userId="ee543a02-cff0-44f5-ad87-1d7ba9009238" providerId="ADAL" clId="{D47AD13C-23DB-4A6E-AE41-52FD366C3D00}" dt="2026-07-16T13:57:05.095" v="110" actId="26606"/>
          <ac:spMkLst>
            <pc:docMk/>
            <pc:sldMk cId="0" sldId="256"/>
            <ac:spMk id="53" creationId="{28CA07B2-0819-4B62-9425-7A52BBDD7070}"/>
          </ac:spMkLst>
        </pc:spChg>
        <pc:grpChg chg="add">
          <ac:chgData name="Duran, Italo [ETHUS]" userId="ee543a02-cff0-44f5-ad87-1d7ba9009238" providerId="ADAL" clId="{D47AD13C-23DB-4A6E-AE41-52FD366C3D00}" dt="2026-07-16T13:57:05.095" v="110" actId="26606"/>
          <ac:grpSpMkLst>
            <pc:docMk/>
            <pc:sldMk cId="0" sldId="256"/>
            <ac:grpSpMk id="54" creationId="{DA02BEE4-A5D4-40AF-882D-49D34B086FFF}"/>
          </ac:grpSpMkLst>
        </pc:grpChg>
      </pc:sldChg>
      <pc:sldChg chg="ord">
        <pc:chgData name="Duran, Italo [ETHUS]" userId="ee543a02-cff0-44f5-ad87-1d7ba9009238" providerId="ADAL" clId="{D47AD13C-23DB-4A6E-AE41-52FD366C3D00}" dt="2026-07-16T13:13:46.872" v="61"/>
        <pc:sldMkLst>
          <pc:docMk/>
          <pc:sldMk cId="0" sldId="257"/>
        </pc:sldMkLst>
      </pc:sldChg>
      <pc:sldChg chg="addSp delSp modSp mod">
        <pc:chgData name="Duran, Italo [ETHUS]" userId="ee543a02-cff0-44f5-ad87-1d7ba9009238" providerId="ADAL" clId="{D47AD13C-23DB-4A6E-AE41-52FD366C3D00}" dt="2026-07-16T15:43:15.520" v="924" actId="20577"/>
        <pc:sldMkLst>
          <pc:docMk/>
          <pc:sldMk cId="0" sldId="258"/>
        </pc:sldMkLst>
        <pc:spChg chg="mod">
          <ac:chgData name="Duran, Italo [ETHUS]" userId="ee543a02-cff0-44f5-ad87-1d7ba9009238" providerId="ADAL" clId="{D47AD13C-23DB-4A6E-AE41-52FD366C3D00}" dt="2026-07-16T15:43:07.937" v="912" actId="20577"/>
          <ac:spMkLst>
            <pc:docMk/>
            <pc:sldMk cId="0" sldId="258"/>
            <ac:spMk id="2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31:58.926" v="817" actId="26606"/>
          <ac:spMkLst>
            <pc:docMk/>
            <pc:sldMk cId="0" sldId="258"/>
            <ac:spMk id="101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31:58.926" v="817" actId="26606"/>
          <ac:spMkLst>
            <pc:docMk/>
            <pc:sldMk cId="0" sldId="258"/>
            <ac:spMk id="102" creationId="{00000000-0000-0000-0000-000000000000}"/>
          </ac:spMkLst>
        </pc:spChg>
        <pc:spChg chg="add mod">
          <ac:chgData name="Duran, Italo [ETHUS]" userId="ee543a02-cff0-44f5-ad87-1d7ba9009238" providerId="ADAL" clId="{D47AD13C-23DB-4A6E-AE41-52FD366C3D00}" dt="2026-07-16T15:33:39.683" v="822" actId="20577"/>
          <ac:spMkLst>
            <pc:docMk/>
            <pc:sldMk cId="0" sldId="258"/>
            <ac:spMk id="108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31:58.926" v="817" actId="26606"/>
          <ac:spMkLst>
            <pc:docMk/>
            <pc:sldMk cId="0" sldId="258"/>
            <ac:spMk id="109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31:58.926" v="817" actId="26606"/>
          <ac:spMkLst>
            <pc:docMk/>
            <pc:sldMk cId="0" sldId="258"/>
            <ac:spMk id="112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5:42:54.712" v="900" actId="20577"/>
          <ac:spMkLst>
            <pc:docMk/>
            <pc:sldMk cId="0" sldId="258"/>
            <ac:spMk id="114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31:58.926" v="817" actId="26606"/>
          <ac:spMkLst>
            <pc:docMk/>
            <pc:sldMk cId="0" sldId="258"/>
            <ac:spMk id="117" creationId="{00000000-0000-0000-0000-000000000000}"/>
          </ac:spMkLst>
        </pc:spChg>
        <pc:spChg chg="add mod">
          <ac:chgData name="Duran, Italo [ETHUS]" userId="ee543a02-cff0-44f5-ad87-1d7ba9009238" providerId="ADAL" clId="{D47AD13C-23DB-4A6E-AE41-52FD366C3D00}" dt="2026-07-16T15:43:15.520" v="924" actId="20577"/>
          <ac:spMkLst>
            <pc:docMk/>
            <pc:sldMk cId="0" sldId="258"/>
            <ac:spMk id="118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31:58.926" v="817" actId="26606"/>
          <ac:spMkLst>
            <pc:docMk/>
            <pc:sldMk cId="0" sldId="258"/>
            <ac:spMk id="119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31:58.926" v="817" actId="26606"/>
          <ac:spMkLst>
            <pc:docMk/>
            <pc:sldMk cId="0" sldId="258"/>
            <ac:spMk id="120" creationId="{00000000-0000-0000-0000-000000000000}"/>
          </ac:spMkLst>
        </pc:spChg>
      </pc:sldChg>
      <pc:sldChg chg="modSp mod">
        <pc:chgData name="Duran, Italo [ETHUS]" userId="ee543a02-cff0-44f5-ad87-1d7ba9009238" providerId="ADAL" clId="{D47AD13C-23DB-4A6E-AE41-52FD366C3D00}" dt="2026-07-16T14:51:22.452" v="692" actId="26606"/>
        <pc:sldMkLst>
          <pc:docMk/>
          <pc:sldMk cId="0" sldId="259"/>
        </pc:sldMkLst>
        <pc:spChg chg="mod">
          <ac:chgData name="Duran, Italo [ETHUS]" userId="ee543a02-cff0-44f5-ad87-1d7ba9009238" providerId="ADAL" clId="{D47AD13C-23DB-4A6E-AE41-52FD366C3D00}" dt="2026-07-16T14:17:52.752" v="425" actId="20577"/>
          <ac:spMkLst>
            <pc:docMk/>
            <pc:sldMk cId="0" sldId="259"/>
            <ac:spMk id="2" creationId="{00000000-0000-0000-0000-000000000000}"/>
          </ac:spMkLst>
        </pc:spChg>
        <pc:graphicFrameChg chg="mod modGraphic">
          <ac:chgData name="Duran, Italo [ETHUS]" userId="ee543a02-cff0-44f5-ad87-1d7ba9009238" providerId="ADAL" clId="{D47AD13C-23DB-4A6E-AE41-52FD366C3D00}" dt="2026-07-16T14:51:22.452" v="692" actId="26606"/>
          <ac:graphicFrameMkLst>
            <pc:docMk/>
            <pc:sldMk cId="0" sldId="259"/>
            <ac:graphicFrameMk id="5" creationId="{25CBFA30-3BD3-F1EC-2FF5-35D17C3FD642}"/>
          </ac:graphicFrameMkLst>
        </pc:graphicFrameChg>
      </pc:sldChg>
      <pc:sldChg chg="modSp mod">
        <pc:chgData name="Duran, Italo [ETHUS]" userId="ee543a02-cff0-44f5-ad87-1d7ba9009238" providerId="ADAL" clId="{D47AD13C-23DB-4A6E-AE41-52FD366C3D00}" dt="2026-07-16T15:17:28.253" v="802" actId="1076"/>
        <pc:sldMkLst>
          <pc:docMk/>
          <pc:sldMk cId="0" sldId="260"/>
        </pc:sldMkLst>
        <pc:spChg chg="mod">
          <ac:chgData name="Duran, Italo [ETHUS]" userId="ee543a02-cff0-44f5-ad87-1d7ba9009238" providerId="ADAL" clId="{D47AD13C-23DB-4A6E-AE41-52FD366C3D00}" dt="2026-07-16T15:16:42.050" v="796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5:17:23.630" v="800" actId="1076"/>
          <ac:spMkLst>
            <pc:docMk/>
            <pc:sldMk cId="0" sldId="260"/>
            <ac:spMk id="3" creationId="{00000000-0000-0000-0000-000000000000}"/>
          </ac:spMkLst>
        </pc:spChg>
        <pc:picChg chg="mod">
          <ac:chgData name="Duran, Italo [ETHUS]" userId="ee543a02-cff0-44f5-ad87-1d7ba9009238" providerId="ADAL" clId="{D47AD13C-23DB-4A6E-AE41-52FD366C3D00}" dt="2026-07-16T15:17:28.253" v="802" actId="1076"/>
          <ac:picMkLst>
            <pc:docMk/>
            <pc:sldMk cId="0" sldId="260"/>
            <ac:picMk id="6" creationId="{5235DA4A-E24F-AB15-FB97-CF10D736F6E4}"/>
          </ac:picMkLst>
        </pc:picChg>
      </pc:sldChg>
      <pc:sldChg chg="addSp delSp modSp mod">
        <pc:chgData name="Duran, Italo [ETHUS]" userId="ee543a02-cff0-44f5-ad87-1d7ba9009238" providerId="ADAL" clId="{D47AD13C-23DB-4A6E-AE41-52FD366C3D00}" dt="2026-07-16T18:29:42.265" v="983" actId="26606"/>
        <pc:sldMkLst>
          <pc:docMk/>
          <pc:sldMk cId="0" sldId="261"/>
        </pc:sldMkLst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1"/>
            <ac:spMk id="10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1"/>
            <ac:spMk id="11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1"/>
            <ac:spMk id="12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1"/>
            <ac:spMk id="14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1"/>
            <ac:spMk id="15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1"/>
            <ac:spMk id="16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1"/>
            <ac:spMk id="18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1"/>
            <ac:spMk id="20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1"/>
            <ac:spMk id="21" creationId="{00000000-0000-0000-0000-000000000000}"/>
          </ac:spMkLst>
        </pc:spChg>
      </pc:sldChg>
      <pc:sldChg chg="addSp delSp mod">
        <pc:chgData name="Duran, Italo [ETHUS]" userId="ee543a02-cff0-44f5-ad87-1d7ba9009238" providerId="ADAL" clId="{D47AD13C-23DB-4A6E-AE41-52FD366C3D00}" dt="2026-07-16T18:29:42.265" v="983" actId="26606"/>
        <pc:sldMkLst>
          <pc:docMk/>
          <pc:sldMk cId="0" sldId="263"/>
        </pc:sldMkLst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0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1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2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3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4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5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6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7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8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0" sldId="263"/>
            <ac:spMk id="19" creationId="{00000000-0000-0000-0000-000000000000}"/>
          </ac:spMkLst>
        </pc:spChg>
      </pc:sldChg>
      <pc:sldChg chg="modSp mod ord">
        <pc:chgData name="Duran, Italo [ETHUS]" userId="ee543a02-cff0-44f5-ad87-1d7ba9009238" providerId="ADAL" clId="{D47AD13C-23DB-4A6E-AE41-52FD366C3D00}" dt="2026-07-16T20:32:56.197" v="1134"/>
        <pc:sldMkLst>
          <pc:docMk/>
          <pc:sldMk cId="0" sldId="264"/>
        </pc:sldMkLst>
        <pc:spChg chg="mod">
          <ac:chgData name="Duran, Italo [ETHUS]" userId="ee543a02-cff0-44f5-ad87-1d7ba9009238" providerId="ADAL" clId="{D47AD13C-23DB-4A6E-AE41-52FD366C3D00}" dt="2026-07-15T18:37:37.306" v="13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5T18:37:33.576" v="12" actId="1076"/>
          <ac:spMkLst>
            <pc:docMk/>
            <pc:sldMk cId="0" sldId="264"/>
            <ac:spMk id="4" creationId="{00000000-0000-0000-0000-000000000000}"/>
          </ac:spMkLst>
        </pc:spChg>
      </pc:sldChg>
      <pc:sldChg chg="addSp delSp modSp mod ord">
        <pc:chgData name="Duran, Italo [ETHUS]" userId="ee543a02-cff0-44f5-ad87-1d7ba9009238" providerId="ADAL" clId="{D47AD13C-23DB-4A6E-AE41-52FD366C3D00}" dt="2026-07-16T17:15:52.236" v="982" actId="20577"/>
        <pc:sldMkLst>
          <pc:docMk/>
          <pc:sldMk cId="0" sldId="265"/>
        </pc:sldMkLst>
        <pc:graphicFrameChg chg="add mod modGraphic">
          <ac:chgData name="Duran, Italo [ETHUS]" userId="ee543a02-cff0-44f5-ad87-1d7ba9009238" providerId="ADAL" clId="{D47AD13C-23DB-4A6E-AE41-52FD366C3D00}" dt="2026-07-16T17:15:52.236" v="982" actId="20577"/>
          <ac:graphicFrameMkLst>
            <pc:docMk/>
            <pc:sldMk cId="0" sldId="265"/>
            <ac:graphicFrameMk id="3" creationId="{00000000-0000-0000-0000-000000000000}"/>
          </ac:graphicFrameMkLst>
        </pc:graphicFrameChg>
      </pc:sldChg>
      <pc:sldChg chg="ord">
        <pc:chgData name="Duran, Italo [ETHUS]" userId="ee543a02-cff0-44f5-ad87-1d7ba9009238" providerId="ADAL" clId="{D47AD13C-23DB-4A6E-AE41-52FD366C3D00}" dt="2026-07-16T15:58:00.633" v="936"/>
        <pc:sldMkLst>
          <pc:docMk/>
          <pc:sldMk cId="0" sldId="266"/>
        </pc:sldMkLst>
      </pc:sldChg>
      <pc:sldChg chg="addSp delSp modSp mod ord">
        <pc:chgData name="Duran, Italo [ETHUS]" userId="ee543a02-cff0-44f5-ad87-1d7ba9009238" providerId="ADAL" clId="{D47AD13C-23DB-4A6E-AE41-52FD366C3D00}" dt="2026-07-16T19:04:32.737" v="1132" actId="20577"/>
        <pc:sldMkLst>
          <pc:docMk/>
          <pc:sldMk cId="1103125013" sldId="271"/>
        </pc:sldMkLst>
        <pc:spChg chg="mod">
          <ac:chgData name="Duran, Italo [ETHUS]" userId="ee543a02-cff0-44f5-ad87-1d7ba9009238" providerId="ADAL" clId="{D47AD13C-23DB-4A6E-AE41-52FD366C3D00}" dt="2026-07-16T14:51:22.480" v="698" actId="27636"/>
          <ac:spMkLst>
            <pc:docMk/>
            <pc:sldMk cId="1103125013" sldId="271"/>
            <ac:spMk id="2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51:22.452" v="692" actId="26606"/>
          <ac:spMkLst>
            <pc:docMk/>
            <pc:sldMk cId="1103125013" sldId="271"/>
            <ac:spMk id="100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37:22.037" v="671" actId="1038"/>
          <ac:spMkLst>
            <pc:docMk/>
            <pc:sldMk cId="1103125013" sldId="271"/>
            <ac:spMk id="103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4:36:36.764" v="615" actId="26606"/>
          <ac:spMkLst>
            <pc:docMk/>
            <pc:sldMk cId="1103125013" sldId="271"/>
            <ac:spMk id="104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37:22.037" v="671" actId="1038"/>
          <ac:spMkLst>
            <pc:docMk/>
            <pc:sldMk cId="1103125013" sldId="271"/>
            <ac:spMk id="105" creationId="{00000000-0000-0000-0000-000000000000}"/>
          </ac:spMkLst>
        </pc:spChg>
        <pc:spChg chg="add mod">
          <ac:chgData name="Duran, Italo [ETHUS]" userId="ee543a02-cff0-44f5-ad87-1d7ba9009238" providerId="ADAL" clId="{D47AD13C-23DB-4A6E-AE41-52FD366C3D00}" dt="2026-07-16T14:51:22.452" v="692" actId="26606"/>
          <ac:spMkLst>
            <pc:docMk/>
            <pc:sldMk cId="1103125013" sldId="271"/>
            <ac:spMk id="106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37:22.037" v="671" actId="1038"/>
          <ac:spMkLst>
            <pc:docMk/>
            <pc:sldMk cId="1103125013" sldId="271"/>
            <ac:spMk id="107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51:22.472" v="694" actId="27636"/>
          <ac:spMkLst>
            <pc:docMk/>
            <pc:sldMk cId="1103125013" sldId="271"/>
            <ac:spMk id="113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51:22.473" v="695" actId="27636"/>
          <ac:spMkLst>
            <pc:docMk/>
            <pc:sldMk cId="1103125013" sldId="271"/>
            <ac:spMk id="114" creationId="{00000000-0000-0000-0000-000000000000}"/>
          </ac:spMkLst>
        </pc:spChg>
        <pc:spChg chg="add mod">
          <ac:chgData name="Duran, Italo [ETHUS]" userId="ee543a02-cff0-44f5-ad87-1d7ba9009238" providerId="ADAL" clId="{D47AD13C-23DB-4A6E-AE41-52FD366C3D00}" dt="2026-07-16T19:04:32.737" v="1132" actId="20577"/>
          <ac:spMkLst>
            <pc:docMk/>
            <pc:sldMk cId="1103125013" sldId="271"/>
            <ac:spMk id="116" creationId="{00000000-0000-0000-0000-000000000000}"/>
          </ac:spMkLst>
        </pc:spChg>
        <pc:spChg chg="add mod">
          <ac:chgData name="Duran, Italo [ETHUS]" userId="ee543a02-cff0-44f5-ad87-1d7ba9009238" providerId="ADAL" clId="{D47AD13C-23DB-4A6E-AE41-52FD366C3D00}" dt="2026-07-16T14:53:31.952" v="707" actId="1036"/>
          <ac:spMkLst>
            <pc:docMk/>
            <pc:sldMk cId="1103125013" sldId="271"/>
            <ac:spMk id="118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53:25.095" v="704" actId="1036"/>
          <ac:spMkLst>
            <pc:docMk/>
            <pc:sldMk cId="1103125013" sldId="271"/>
            <ac:spMk id="120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51:22.474" v="696" actId="27636"/>
          <ac:spMkLst>
            <pc:docMk/>
            <pc:sldMk cId="1103125013" sldId="271"/>
            <ac:spMk id="131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4:51:22.452" v="692" actId="26606"/>
          <ac:spMkLst>
            <pc:docMk/>
            <pc:sldMk cId="1103125013" sldId="271"/>
            <ac:spMk id="135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4:51:22.452" v="692" actId="26606"/>
          <ac:spMkLst>
            <pc:docMk/>
            <pc:sldMk cId="1103125013" sldId="271"/>
            <ac:spMk id="144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4:51:22.452" v="692" actId="26606"/>
          <ac:spMkLst>
            <pc:docMk/>
            <pc:sldMk cId="1103125013" sldId="271"/>
            <ac:spMk id="145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51:22.470" v="693" actId="27636"/>
          <ac:spMkLst>
            <pc:docMk/>
            <pc:sldMk cId="1103125013" sldId="271"/>
            <ac:spMk id="147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4:51:22.452" v="692" actId="26606"/>
          <ac:spMkLst>
            <pc:docMk/>
            <pc:sldMk cId="1103125013" sldId="271"/>
            <ac:spMk id="148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4:51:22.478" v="697" actId="27636"/>
          <ac:spMkLst>
            <pc:docMk/>
            <pc:sldMk cId="1103125013" sldId="271"/>
            <ac:spMk id="152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4:51:22.452" v="692" actId="26606"/>
          <ac:spMkLst>
            <pc:docMk/>
            <pc:sldMk cId="1103125013" sldId="271"/>
            <ac:spMk id="154" creationId="{00000000-0000-0000-0000-000000000000}"/>
          </ac:spMkLst>
        </pc:spChg>
      </pc:sldChg>
      <pc:sldChg chg="addSp delSp modSp mod ord setBg">
        <pc:chgData name="Duran, Italo [ETHUS]" userId="ee543a02-cff0-44f5-ad87-1d7ba9009238" providerId="ADAL" clId="{D47AD13C-23DB-4A6E-AE41-52FD366C3D00}" dt="2026-07-16T18:29:42.265" v="983" actId="26606"/>
        <pc:sldMkLst>
          <pc:docMk/>
          <pc:sldMk cId="3064889420" sldId="273"/>
        </pc:sldMkLst>
        <pc:spChg chg="mo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3064889420" sldId="273"/>
            <ac:spMk id="2" creationId="{00000000-0000-0000-0000-000000000000}"/>
          </ac:spMkLst>
        </pc:spChg>
      </pc:sldChg>
      <pc:sldChg chg="addSp delSp modSp mod">
        <pc:chgData name="Duran, Italo [ETHUS]" userId="ee543a02-cff0-44f5-ad87-1d7ba9009238" providerId="ADAL" clId="{D47AD13C-23DB-4A6E-AE41-52FD366C3D00}" dt="2026-07-16T16:18:25.082" v="937" actId="26606"/>
        <pc:sldMkLst>
          <pc:docMk/>
          <pc:sldMk cId="474301350" sldId="274"/>
        </pc:sldMkLst>
        <pc:spChg chg="mo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2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100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105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107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108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111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114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116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120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6:18:25.082" v="937" actId="26606"/>
          <ac:spMkLst>
            <pc:docMk/>
            <pc:sldMk cId="474301350" sldId="274"/>
            <ac:spMk id="122" creationId="{00000000-0000-0000-0000-000000000000}"/>
          </ac:spMkLst>
        </pc:spChg>
      </pc:sldChg>
      <pc:sldChg chg="addSp delSp modSp add mod">
        <pc:chgData name="Duran, Italo [ETHUS]" userId="ee543a02-cff0-44f5-ad87-1d7ba9009238" providerId="ADAL" clId="{D47AD13C-23DB-4A6E-AE41-52FD366C3D00}" dt="2026-07-16T13:12:48.587" v="23" actId="1076"/>
        <pc:sldMkLst>
          <pc:docMk/>
          <pc:sldMk cId="907880608" sldId="276"/>
        </pc:sldMkLst>
        <pc:spChg chg="mod">
          <ac:chgData name="Duran, Italo [ETHUS]" userId="ee543a02-cff0-44f5-ad87-1d7ba9009238" providerId="ADAL" clId="{D47AD13C-23DB-4A6E-AE41-52FD366C3D00}" dt="2026-07-16T13:12:48.587" v="23" actId="1076"/>
          <ac:spMkLst>
            <pc:docMk/>
            <pc:sldMk cId="907880608" sldId="276"/>
            <ac:spMk id="2" creationId="{4F244C21-67D4-2EDA-1254-F52E41F530F0}"/>
          </ac:spMkLst>
        </pc:spChg>
      </pc:sldChg>
      <pc:sldChg chg="modSp add mod">
        <pc:chgData name="Duran, Italo [ETHUS]" userId="ee543a02-cff0-44f5-ad87-1d7ba9009238" providerId="ADAL" clId="{D47AD13C-23DB-4A6E-AE41-52FD366C3D00}" dt="2026-07-16T13:12:58.845" v="32" actId="20577"/>
        <pc:sldMkLst>
          <pc:docMk/>
          <pc:sldMk cId="1717264703" sldId="277"/>
        </pc:sldMkLst>
        <pc:spChg chg="mod">
          <ac:chgData name="Duran, Italo [ETHUS]" userId="ee543a02-cff0-44f5-ad87-1d7ba9009238" providerId="ADAL" clId="{D47AD13C-23DB-4A6E-AE41-52FD366C3D00}" dt="2026-07-16T13:12:58.845" v="32" actId="20577"/>
          <ac:spMkLst>
            <pc:docMk/>
            <pc:sldMk cId="1717264703" sldId="277"/>
            <ac:spMk id="2" creationId="{0E95E36D-E5AF-3F82-89DF-34FA9273BB0F}"/>
          </ac:spMkLst>
        </pc:spChg>
      </pc:sldChg>
      <pc:sldChg chg="modSp add mod ord">
        <pc:chgData name="Duran, Italo [ETHUS]" userId="ee543a02-cff0-44f5-ad87-1d7ba9009238" providerId="ADAL" clId="{D47AD13C-23DB-4A6E-AE41-52FD366C3D00}" dt="2026-07-16T13:13:49.506" v="63"/>
        <pc:sldMkLst>
          <pc:docMk/>
          <pc:sldMk cId="458175662" sldId="278"/>
        </pc:sldMkLst>
        <pc:spChg chg="mod">
          <ac:chgData name="Duran, Italo [ETHUS]" userId="ee543a02-cff0-44f5-ad87-1d7ba9009238" providerId="ADAL" clId="{D47AD13C-23DB-4A6E-AE41-52FD366C3D00}" dt="2026-07-16T13:13:21.336" v="57" actId="20577"/>
          <ac:spMkLst>
            <pc:docMk/>
            <pc:sldMk cId="458175662" sldId="278"/>
            <ac:spMk id="2" creationId="{F1C5F3F7-8F75-3670-912A-ECFC65AF0DAE}"/>
          </ac:spMkLst>
        </pc:spChg>
      </pc:sldChg>
      <pc:sldChg chg="modSp mod modCm">
        <pc:chgData name="Duran, Italo [ETHUS]" userId="ee543a02-cff0-44f5-ad87-1d7ba9009238" providerId="ADAL" clId="{D47AD13C-23DB-4A6E-AE41-52FD366C3D00}" dt="2026-07-16T18:29:42.265" v="983" actId="26606"/>
        <pc:sldMkLst>
          <pc:docMk/>
          <pc:sldMk cId="1721461428" sldId="279"/>
        </pc:sldMkLst>
        <pc:spChg chg="mod">
          <ac:chgData name="Duran, Italo [ETHUS]" userId="ee543a02-cff0-44f5-ad87-1d7ba9009238" providerId="ADAL" clId="{D47AD13C-23DB-4A6E-AE41-52FD366C3D00}" dt="2026-07-16T18:29:42.265" v="983" actId="26606"/>
          <ac:spMkLst>
            <pc:docMk/>
            <pc:sldMk cId="1721461428" sldId="279"/>
            <ac:spMk id="7" creationId="{A17F1F8E-E11C-DAAA-3F84-512DFD03705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uran, Italo [ETHUS]" userId="ee543a02-cff0-44f5-ad87-1d7ba9009238" providerId="ADAL" clId="{D47AD13C-23DB-4A6E-AE41-52FD366C3D00}" dt="2026-07-16T18:29:42.265" v="983" actId="26606"/>
              <pc2:cmMkLst xmlns:pc2="http://schemas.microsoft.com/office/powerpoint/2019/9/main/command">
                <pc:docMk/>
                <pc:sldMk cId="1721461428" sldId="279"/>
                <pc2:cmMk id="{36CBD83B-CD9D-6D4C-B4BC-0E7BF4AA6838}"/>
              </pc2:cmMkLst>
            </pc226:cmChg>
            <pc226:cmChg xmlns:pc226="http://schemas.microsoft.com/office/powerpoint/2022/06/main/command" chg="mod">
              <pc226:chgData name="Duran, Italo [ETHUS]" userId="ee543a02-cff0-44f5-ad87-1d7ba9009238" providerId="ADAL" clId="{D47AD13C-23DB-4A6E-AE41-52FD366C3D00}" dt="2026-07-16T18:29:42.265" v="983" actId="26606"/>
              <pc2:cmMkLst xmlns:pc2="http://schemas.microsoft.com/office/powerpoint/2019/9/main/command">
                <pc:docMk/>
                <pc:sldMk cId="1721461428" sldId="279"/>
                <pc2:cmMk id="{7538D37D-DB8D-4A22-87AF-5C78528FA6EA}"/>
              </pc2:cmMkLst>
            </pc226:cmChg>
            <pc226:cmChg xmlns:pc226="http://schemas.microsoft.com/office/powerpoint/2022/06/main/command" chg="mod">
              <pc226:chgData name="Duran, Italo [ETHUS]" userId="ee543a02-cff0-44f5-ad87-1d7ba9009238" providerId="ADAL" clId="{D47AD13C-23DB-4A6E-AE41-52FD366C3D00}" dt="2026-07-16T18:29:42.265" v="983" actId="26606"/>
              <pc2:cmMkLst xmlns:pc2="http://schemas.microsoft.com/office/powerpoint/2019/9/main/command">
                <pc:docMk/>
                <pc:sldMk cId="1721461428" sldId="279"/>
                <pc2:cmMk id="{05652686-0C7C-4734-869C-0F176CFF5A8C}"/>
              </pc2:cmMkLst>
            </pc226:cmChg>
          </p:ext>
        </pc:extLst>
      </pc:sldChg>
      <pc:sldChg chg="add ord">
        <pc:chgData name="Duran, Italo [ETHUS]" userId="ee543a02-cff0-44f5-ad87-1d7ba9009238" providerId="ADAL" clId="{D47AD13C-23DB-4A6E-AE41-52FD366C3D00}" dt="2026-07-16T14:01:58.897" v="113"/>
        <pc:sldMkLst>
          <pc:docMk/>
          <pc:sldMk cId="2837993509" sldId="280"/>
        </pc:sldMkLst>
      </pc:sldChg>
      <pc:sldChg chg="addSp delSp modSp mod ord">
        <pc:chgData name="Duran, Italo [ETHUS]" userId="ee543a02-cff0-44f5-ad87-1d7ba9009238" providerId="ADAL" clId="{D47AD13C-23DB-4A6E-AE41-52FD366C3D00}" dt="2026-07-22T19:19:44.854" v="1453" actId="20577"/>
        <pc:sldMkLst>
          <pc:docMk/>
          <pc:sldMk cId="2056390182" sldId="281"/>
        </pc:sldMkLst>
        <pc:spChg chg="mod">
          <ac:chgData name="Duran, Italo [ETHUS]" userId="ee543a02-cff0-44f5-ad87-1d7ba9009238" providerId="ADAL" clId="{D47AD13C-23DB-4A6E-AE41-52FD366C3D00}" dt="2026-07-16T18:43:03.848" v="1011" actId="20577"/>
          <ac:spMkLst>
            <pc:docMk/>
            <pc:sldMk cId="2056390182" sldId="281"/>
            <ac:spMk id="105" creationId="{00000000-0000-0000-0000-000000000000}"/>
          </ac:spMkLst>
        </pc:spChg>
        <pc:spChg chg="del mod">
          <ac:chgData name="Duran, Italo [ETHUS]" userId="ee543a02-cff0-44f5-ad87-1d7ba9009238" providerId="ADAL" clId="{D47AD13C-23DB-4A6E-AE41-52FD366C3D00}" dt="2026-07-22T19:00:56.407" v="1142" actId="478"/>
          <ac:spMkLst>
            <pc:docMk/>
            <pc:sldMk cId="2056390182" sldId="281"/>
            <ac:spMk id="106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22T19:01:33.234" v="1216" actId="1035"/>
          <ac:spMkLst>
            <pc:docMk/>
            <pc:sldMk cId="2056390182" sldId="281"/>
            <ac:spMk id="108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18:10.683" v="803" actId="26606"/>
          <ac:spMkLst>
            <pc:docMk/>
            <pc:sldMk cId="2056390182" sldId="281"/>
            <ac:spMk id="109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22T19:01:01.170" v="1144" actId="1076"/>
          <ac:spMkLst>
            <pc:docMk/>
            <pc:sldMk cId="2056390182" sldId="281"/>
            <ac:spMk id="114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2T19:01:03.766" v="1145" actId="478"/>
          <ac:spMkLst>
            <pc:docMk/>
            <pc:sldMk cId="2056390182" sldId="281"/>
            <ac:spMk id="115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22T19:01:41.211" v="1256" actId="1035"/>
          <ac:spMkLst>
            <pc:docMk/>
            <pc:sldMk cId="2056390182" sldId="281"/>
            <ac:spMk id="117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18:10.683" v="803" actId="26606"/>
          <ac:spMkLst>
            <pc:docMk/>
            <pc:sldMk cId="2056390182" sldId="281"/>
            <ac:spMk id="119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18:10.683" v="803" actId="26606"/>
          <ac:spMkLst>
            <pc:docMk/>
            <pc:sldMk cId="2056390182" sldId="281"/>
            <ac:spMk id="122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2T19:01:04.989" v="1146" actId="478"/>
          <ac:spMkLst>
            <pc:docMk/>
            <pc:sldMk cId="2056390182" sldId="281"/>
            <ac:spMk id="124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22T19:01:49.993" v="1298" actId="1035"/>
          <ac:spMkLst>
            <pc:docMk/>
            <pc:sldMk cId="2056390182" sldId="281"/>
            <ac:spMk id="126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2T19:01:06.150" v="1147" actId="478"/>
          <ac:spMkLst>
            <pc:docMk/>
            <pc:sldMk cId="2056390182" sldId="281"/>
            <ac:spMk id="133" creationId="{00000000-0000-0000-0000-000000000000}"/>
          </ac:spMkLst>
        </pc:spChg>
        <pc:spChg chg="add mod">
          <ac:chgData name="Duran, Italo [ETHUS]" userId="ee543a02-cff0-44f5-ad87-1d7ba9009238" providerId="ADAL" clId="{D47AD13C-23DB-4A6E-AE41-52FD366C3D00}" dt="2026-07-22T19:02:00.958" v="1346" actId="1036"/>
          <ac:spMkLst>
            <pc:docMk/>
            <pc:sldMk cId="2056390182" sldId="281"/>
            <ac:spMk id="135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22T19:02:28.254" v="1421" actId="1076"/>
          <ac:spMkLst>
            <pc:docMk/>
            <pc:sldMk cId="2056390182" sldId="281"/>
            <ac:spMk id="136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18:10.683" v="803" actId="26606"/>
          <ac:spMkLst>
            <pc:docMk/>
            <pc:sldMk cId="2056390182" sldId="281"/>
            <ac:spMk id="138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18:10.683" v="803" actId="26606"/>
          <ac:spMkLst>
            <pc:docMk/>
            <pc:sldMk cId="2056390182" sldId="281"/>
            <ac:spMk id="141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2T19:01:12.055" v="1151" actId="478"/>
          <ac:spMkLst>
            <pc:docMk/>
            <pc:sldMk cId="2056390182" sldId="281"/>
            <ac:spMk id="142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22T19:19:44.854" v="1453" actId="20577"/>
          <ac:spMkLst>
            <pc:docMk/>
            <pc:sldMk cId="2056390182" sldId="281"/>
            <ac:spMk id="144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18:10.683" v="803" actId="26606"/>
          <ac:spMkLst>
            <pc:docMk/>
            <pc:sldMk cId="2056390182" sldId="281"/>
            <ac:spMk id="148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18:10.683" v="803" actId="26606"/>
          <ac:spMkLst>
            <pc:docMk/>
            <pc:sldMk cId="2056390182" sldId="281"/>
            <ac:spMk id="149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2T19:01:10.925" v="1150" actId="478"/>
          <ac:spMkLst>
            <pc:docMk/>
            <pc:sldMk cId="2056390182" sldId="281"/>
            <ac:spMk id="151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22T19:18:11.498" v="1423" actId="1076"/>
          <ac:spMkLst>
            <pc:docMk/>
            <pc:sldMk cId="2056390182" sldId="281"/>
            <ac:spMk id="153" creationId="{00000000-0000-0000-0000-000000000000}"/>
          </ac:spMkLst>
        </pc:spChg>
        <pc:spChg chg="del mod">
          <ac:chgData name="Duran, Italo [ETHUS]" userId="ee543a02-cff0-44f5-ad87-1d7ba9009238" providerId="ADAL" clId="{D47AD13C-23DB-4A6E-AE41-52FD366C3D00}" dt="2026-07-22T19:01:09.783" v="1149" actId="478"/>
          <ac:spMkLst>
            <pc:docMk/>
            <pc:sldMk cId="2056390182" sldId="281"/>
            <ac:spMk id="160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22T19:18:17.026" v="1424" actId="1076"/>
          <ac:spMkLst>
            <pc:docMk/>
            <pc:sldMk cId="2056390182" sldId="281"/>
            <ac:spMk id="162" creationId="{00000000-0000-0000-0000-000000000000}"/>
          </ac:spMkLst>
        </pc:spChg>
        <pc:spChg chg="add del">
          <ac:chgData name="Duran, Italo [ETHUS]" userId="ee543a02-cff0-44f5-ad87-1d7ba9009238" providerId="ADAL" clId="{D47AD13C-23DB-4A6E-AE41-52FD366C3D00}" dt="2026-07-21T19:30:06.882" v="1140" actId="478"/>
          <ac:spMkLst>
            <pc:docMk/>
            <pc:sldMk cId="2056390182" sldId="281"/>
            <ac:spMk id="163" creationId="{00000000-0000-0000-0000-000000000000}"/>
          </ac:spMkLst>
        </pc:spChg>
        <pc:spChg chg="add del">
          <ac:chgData name="Duran, Italo [ETHUS]" userId="ee543a02-cff0-44f5-ad87-1d7ba9009238" providerId="ADAL" clId="{D47AD13C-23DB-4A6E-AE41-52FD366C3D00}" dt="2026-07-21T19:30:06.882" v="1140" actId="478"/>
          <ac:spMkLst>
            <pc:docMk/>
            <pc:sldMk cId="2056390182" sldId="281"/>
            <ac:spMk id="164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1T19:30:06.882" v="1140" actId="478"/>
          <ac:spMkLst>
            <pc:docMk/>
            <pc:sldMk cId="2056390182" sldId="281"/>
            <ac:spMk id="165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1T19:30:06.882" v="1140" actId="478"/>
          <ac:spMkLst>
            <pc:docMk/>
            <pc:sldMk cId="2056390182" sldId="281"/>
            <ac:spMk id="166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1T19:30:06.882" v="1140" actId="478"/>
          <ac:spMkLst>
            <pc:docMk/>
            <pc:sldMk cId="2056390182" sldId="281"/>
            <ac:spMk id="167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1T19:30:06.882" v="1140" actId="478"/>
          <ac:spMkLst>
            <pc:docMk/>
            <pc:sldMk cId="2056390182" sldId="281"/>
            <ac:spMk id="168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1T19:30:06.882" v="1140" actId="478"/>
          <ac:spMkLst>
            <pc:docMk/>
            <pc:sldMk cId="2056390182" sldId="281"/>
            <ac:spMk id="169" creationId="{00000000-0000-0000-0000-000000000000}"/>
          </ac:spMkLst>
        </pc:spChg>
        <pc:spChg chg="del">
          <ac:chgData name="Duran, Italo [ETHUS]" userId="ee543a02-cff0-44f5-ad87-1d7ba9009238" providerId="ADAL" clId="{D47AD13C-23DB-4A6E-AE41-52FD366C3D00}" dt="2026-07-21T19:30:06.882" v="1140" actId="478"/>
          <ac:spMkLst>
            <pc:docMk/>
            <pc:sldMk cId="2056390182" sldId="281"/>
            <ac:spMk id="171" creationId="{00000000-0000-0000-0000-000000000000}"/>
          </ac:spMkLst>
        </pc:spChg>
        <pc:spChg chg="mod">
          <ac:chgData name="Duran, Italo [ETHUS]" userId="ee543a02-cff0-44f5-ad87-1d7ba9009238" providerId="ADAL" clId="{D47AD13C-23DB-4A6E-AE41-52FD366C3D00}" dt="2026-07-16T15:19:29.715" v="809" actId="20577"/>
          <ac:spMkLst>
            <pc:docMk/>
            <pc:sldMk cId="2056390182" sldId="281"/>
            <ac:spMk id="172" creationId="{00000000-0000-0000-0000-000000000000}"/>
          </ac:spMkLst>
        </pc:spChg>
        <pc:cxnChg chg="mod">
          <ac:chgData name="Duran, Italo [ETHUS]" userId="ee543a02-cff0-44f5-ad87-1d7ba9009238" providerId="ADAL" clId="{D47AD13C-23DB-4A6E-AE41-52FD366C3D00}" dt="2026-07-22T19:01:25.971" v="1185" actId="1035"/>
          <ac:cxnSpMkLst>
            <pc:docMk/>
            <pc:sldMk cId="2056390182" sldId="281"/>
            <ac:cxnSpMk id="107" creationId="{00000000-0000-0000-0000-000000000000}"/>
          </ac:cxnSpMkLst>
        </pc:cxnChg>
        <pc:cxnChg chg="mod">
          <ac:chgData name="Duran, Italo [ETHUS]" userId="ee543a02-cff0-44f5-ad87-1d7ba9009238" providerId="ADAL" clId="{D47AD13C-23DB-4A6E-AE41-52FD366C3D00}" dt="2026-07-22T19:01:35.809" v="1234" actId="1035"/>
          <ac:cxnSpMkLst>
            <pc:docMk/>
            <pc:sldMk cId="2056390182" sldId="281"/>
            <ac:cxnSpMk id="116" creationId="{00000000-0000-0000-0000-000000000000}"/>
          </ac:cxnSpMkLst>
        </pc:cxnChg>
        <pc:cxnChg chg="mod">
          <ac:chgData name="Duran, Italo [ETHUS]" userId="ee543a02-cff0-44f5-ad87-1d7ba9009238" providerId="ADAL" clId="{D47AD13C-23DB-4A6E-AE41-52FD366C3D00}" dt="2026-07-22T19:01:45.514" v="1277" actId="1035"/>
          <ac:cxnSpMkLst>
            <pc:docMk/>
            <pc:sldMk cId="2056390182" sldId="281"/>
            <ac:cxnSpMk id="125" creationId="{00000000-0000-0000-0000-000000000000}"/>
          </ac:cxnSpMkLst>
        </pc:cxnChg>
        <pc:cxnChg chg="mod">
          <ac:chgData name="Duran, Italo [ETHUS]" userId="ee543a02-cff0-44f5-ad87-1d7ba9009238" providerId="ADAL" clId="{D47AD13C-23DB-4A6E-AE41-52FD366C3D00}" dt="2026-07-22T19:01:55.288" v="1320" actId="1036"/>
          <ac:cxnSpMkLst>
            <pc:docMk/>
            <pc:sldMk cId="2056390182" sldId="281"/>
            <ac:cxnSpMk id="134" creationId="{00000000-0000-0000-0000-000000000000}"/>
          </ac:cxnSpMkLst>
        </pc:cxnChg>
        <pc:cxnChg chg="mod">
          <ac:chgData name="Duran, Italo [ETHUS]" userId="ee543a02-cff0-44f5-ad87-1d7ba9009238" providerId="ADAL" clId="{D47AD13C-23DB-4A6E-AE41-52FD366C3D00}" dt="2026-07-22T19:02:16.230" v="1420" actId="1035"/>
          <ac:cxnSpMkLst>
            <pc:docMk/>
            <pc:sldMk cId="2056390182" sldId="281"/>
            <ac:cxnSpMk id="143" creationId="{00000000-0000-0000-0000-000000000000}"/>
          </ac:cxnSpMkLst>
        </pc:cxnChg>
        <pc:cxnChg chg="mod">
          <ac:chgData name="Duran, Italo [ETHUS]" userId="ee543a02-cff0-44f5-ad87-1d7ba9009238" providerId="ADAL" clId="{D47AD13C-23DB-4A6E-AE41-52FD366C3D00}" dt="2026-07-22T19:02:09.652" v="1391" actId="1035"/>
          <ac:cxnSpMkLst>
            <pc:docMk/>
            <pc:sldMk cId="2056390182" sldId="281"/>
            <ac:cxnSpMk id="152" creationId="{00000000-0000-0000-0000-000000000000}"/>
          </ac:cxnSpMkLst>
        </pc:cxnChg>
        <pc:cxnChg chg="mod">
          <ac:chgData name="Duran, Italo [ETHUS]" userId="ee543a02-cff0-44f5-ad87-1d7ba9009238" providerId="ADAL" clId="{D47AD13C-23DB-4A6E-AE41-52FD366C3D00}" dt="2026-07-22T19:02:06.906" v="1373" actId="1035"/>
          <ac:cxnSpMkLst>
            <pc:docMk/>
            <pc:sldMk cId="2056390182" sldId="281"/>
            <ac:cxnSpMk id="161" creationId="{00000000-0000-0000-0000-000000000000}"/>
          </ac:cxnSpMkLst>
        </pc:cxnChg>
        <pc:cxnChg chg="del">
          <ac:chgData name="Duran, Italo [ETHUS]" userId="ee543a02-cff0-44f5-ad87-1d7ba9009238" providerId="ADAL" clId="{D47AD13C-23DB-4A6E-AE41-52FD366C3D00}" dt="2026-07-21T19:30:06.882" v="1140" actId="478"/>
          <ac:cxnSpMkLst>
            <pc:docMk/>
            <pc:sldMk cId="2056390182" sldId="281"/>
            <ac:cxnSpMk id="170" creationId="{00000000-0000-0000-0000-000000000000}"/>
          </ac:cxnSpMkLst>
        </pc:cxnChg>
      </pc:sldChg>
      <pc:sldChg chg="add ord">
        <pc:chgData name="Duran, Italo [ETHUS]" userId="ee543a02-cff0-44f5-ad87-1d7ba9009238" providerId="ADAL" clId="{D47AD13C-23DB-4A6E-AE41-52FD366C3D00}" dt="2026-07-16T14:54:15.216" v="709"/>
        <pc:sldMkLst>
          <pc:docMk/>
          <pc:sldMk cId="2839044816" sldId="283"/>
        </pc:sldMkLst>
      </pc:sldChg>
      <pc:sldChg chg="add ord">
        <pc:chgData name="Duran, Italo [ETHUS]" userId="ee543a02-cff0-44f5-ad87-1d7ba9009238" providerId="ADAL" clId="{D47AD13C-23DB-4A6E-AE41-52FD366C3D00}" dt="2026-07-16T14:57:47.122" v="726"/>
        <pc:sldMkLst>
          <pc:docMk/>
          <pc:sldMk cId="3413652179" sldId="284"/>
        </pc:sldMkLst>
      </pc:sldChg>
      <pc:sldChg chg="addSp delSp modSp add mod">
        <pc:chgData name="Duran, Italo [ETHUS]" userId="ee543a02-cff0-44f5-ad87-1d7ba9009238" providerId="ADAL" clId="{D47AD13C-23DB-4A6E-AE41-52FD366C3D00}" dt="2026-07-16T15:09:49.488" v="774" actId="26606"/>
        <pc:sldMkLst>
          <pc:docMk/>
          <pc:sldMk cId="1222499027" sldId="285"/>
        </pc:sldMkLst>
        <pc:spChg chg="mo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2" creationId="{FDEB1137-B916-46CE-23B7-77CE85123DEB}"/>
          </ac:spMkLst>
        </pc:spChg>
        <pc:spChg chg="ad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100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102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103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108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109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110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113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116" creationId="{00000000-0000-0000-0000-000000000000}"/>
          </ac:spMkLst>
        </pc:spChg>
        <pc:spChg chg="add">
          <ac:chgData name="Duran, Italo [ETHUS]" userId="ee543a02-cff0-44f5-ad87-1d7ba9009238" providerId="ADAL" clId="{D47AD13C-23DB-4A6E-AE41-52FD366C3D00}" dt="2026-07-16T15:09:49.488" v="774" actId="26606"/>
          <ac:spMkLst>
            <pc:docMk/>
            <pc:sldMk cId="1222499027" sldId="285"/>
            <ac:spMk id="119" creationId="{00000000-0000-0000-0000-000000000000}"/>
          </ac:spMkLst>
        </pc:spChg>
      </pc:sldChg>
      <pc:sldChg chg="add ord">
        <pc:chgData name="Duran, Italo [ETHUS]" userId="ee543a02-cff0-44f5-ad87-1d7ba9009238" providerId="ADAL" clId="{D47AD13C-23DB-4A6E-AE41-52FD366C3D00}" dt="2026-07-16T15:43:48.026" v="926"/>
        <pc:sldMkLst>
          <pc:docMk/>
          <pc:sldMk cId="1309726759" sldId="286"/>
        </pc:sldMkLst>
      </pc:sldChg>
      <pc:sldChg chg="add ord">
        <pc:chgData name="Duran, Italo [ETHUS]" userId="ee543a02-cff0-44f5-ad87-1d7ba9009238" providerId="ADAL" clId="{D47AD13C-23DB-4A6E-AE41-52FD366C3D00}" dt="2026-07-21T19:29:47.297" v="1139"/>
        <pc:sldMkLst>
          <pc:docMk/>
          <pc:sldMk cId="30546276" sldId="287"/>
        </pc:sldMkLst>
      </pc:sldChg>
    </pc:docChg>
  </pc:docChgLst>
  <pc:docChgLst>
    <pc:chgData name="Duran, Italo [ETHUS]" userId="S::iduran3@its.jnj.com::ee543a02-cff0-44f5-ad87-1d7ba9009238" providerId="AD" clId="Web-{83687184-0599-7A94-4022-C04807141DFF}"/>
    <pc:docChg chg="modSld">
      <pc:chgData name="Duran, Italo [ETHUS]" userId="S::iduran3@its.jnj.com::ee543a02-cff0-44f5-ad87-1d7ba9009238" providerId="AD" clId="Web-{83687184-0599-7A94-4022-C04807141DFF}" dt="2026-07-22T13:30:58.406" v="31" actId="1076"/>
      <pc:docMkLst>
        <pc:docMk/>
      </pc:docMkLst>
      <pc:sldChg chg="modSp modNotes">
        <pc:chgData name="Duran, Italo [ETHUS]" userId="S::iduran3@its.jnj.com::ee543a02-cff0-44f5-ad87-1d7ba9009238" providerId="AD" clId="Web-{83687184-0599-7A94-4022-C04807141DFF}" dt="2026-07-22T13:30:58.406" v="31" actId="1076"/>
        <pc:sldMkLst>
          <pc:docMk/>
          <pc:sldMk cId="2056390182" sldId="281"/>
        </pc:sldMkLst>
        <pc:spChg chg="mod">
          <ac:chgData name="Duran, Italo [ETHUS]" userId="S::iduran3@its.jnj.com::ee543a02-cff0-44f5-ad87-1d7ba9009238" providerId="AD" clId="Web-{83687184-0599-7A94-4022-C04807141DFF}" dt="2026-07-22T13:30:57.890" v="5" actId="1076"/>
          <ac:spMkLst>
            <pc:docMk/>
            <pc:sldMk cId="2056390182" sldId="281"/>
            <ac:spMk id="136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7.906" v="6" actId="1076"/>
          <ac:spMkLst>
            <pc:docMk/>
            <pc:sldMk cId="2056390182" sldId="281"/>
            <ac:spMk id="137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7.922" v="7" actId="1076"/>
          <ac:spMkLst>
            <pc:docMk/>
            <pc:sldMk cId="2056390182" sldId="281"/>
            <ac:spMk id="138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7.937" v="8" actId="1076"/>
          <ac:spMkLst>
            <pc:docMk/>
            <pc:sldMk cId="2056390182" sldId="281"/>
            <ac:spMk id="139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7.953" v="9" actId="1076"/>
          <ac:spMkLst>
            <pc:docMk/>
            <pc:sldMk cId="2056390182" sldId="281"/>
            <ac:spMk id="140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7.969" v="10" actId="1076"/>
          <ac:spMkLst>
            <pc:docMk/>
            <pc:sldMk cId="2056390182" sldId="281"/>
            <ac:spMk id="141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7.984" v="11" actId="1076"/>
          <ac:spMkLst>
            <pc:docMk/>
            <pc:sldMk cId="2056390182" sldId="281"/>
            <ac:spMk id="142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031" v="13" actId="1076"/>
          <ac:spMkLst>
            <pc:docMk/>
            <pc:sldMk cId="2056390182" sldId="281"/>
            <ac:spMk id="144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047" v="14" actId="1076"/>
          <ac:spMkLst>
            <pc:docMk/>
            <pc:sldMk cId="2056390182" sldId="281"/>
            <ac:spMk id="145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078" v="15" actId="1076"/>
          <ac:spMkLst>
            <pc:docMk/>
            <pc:sldMk cId="2056390182" sldId="281"/>
            <ac:spMk id="146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094" v="16" actId="1076"/>
          <ac:spMkLst>
            <pc:docMk/>
            <pc:sldMk cId="2056390182" sldId="281"/>
            <ac:spMk id="147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109" v="17" actId="1076"/>
          <ac:spMkLst>
            <pc:docMk/>
            <pc:sldMk cId="2056390182" sldId="281"/>
            <ac:spMk id="148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140" v="18" actId="1076"/>
          <ac:spMkLst>
            <pc:docMk/>
            <pc:sldMk cId="2056390182" sldId="281"/>
            <ac:spMk id="149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156" v="19" actId="1076"/>
          <ac:spMkLst>
            <pc:docMk/>
            <pc:sldMk cId="2056390182" sldId="281"/>
            <ac:spMk id="150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187" v="20" actId="1076"/>
          <ac:spMkLst>
            <pc:docMk/>
            <pc:sldMk cId="2056390182" sldId="281"/>
            <ac:spMk id="151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219" v="22" actId="1076"/>
          <ac:spMkLst>
            <pc:docMk/>
            <pc:sldMk cId="2056390182" sldId="281"/>
            <ac:spMk id="153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250" v="23" actId="1076"/>
          <ac:spMkLst>
            <pc:docMk/>
            <pc:sldMk cId="2056390182" sldId="281"/>
            <ac:spMk id="154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265" v="24" actId="1076"/>
          <ac:spMkLst>
            <pc:docMk/>
            <pc:sldMk cId="2056390182" sldId="281"/>
            <ac:spMk id="155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281" v="25" actId="1076"/>
          <ac:spMkLst>
            <pc:docMk/>
            <pc:sldMk cId="2056390182" sldId="281"/>
            <ac:spMk id="156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297" v="26" actId="1076"/>
          <ac:spMkLst>
            <pc:docMk/>
            <pc:sldMk cId="2056390182" sldId="281"/>
            <ac:spMk id="157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312" v="27" actId="1076"/>
          <ac:spMkLst>
            <pc:docMk/>
            <pc:sldMk cId="2056390182" sldId="281"/>
            <ac:spMk id="158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344" v="28" actId="1076"/>
          <ac:spMkLst>
            <pc:docMk/>
            <pc:sldMk cId="2056390182" sldId="281"/>
            <ac:spMk id="159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359" v="29" actId="1076"/>
          <ac:spMkLst>
            <pc:docMk/>
            <pc:sldMk cId="2056390182" sldId="281"/>
            <ac:spMk id="160" creationId="{00000000-0000-0000-0000-000000000000}"/>
          </ac:spMkLst>
        </pc:spChg>
        <pc:spChg chg="mod">
          <ac:chgData name="Duran, Italo [ETHUS]" userId="S::iduran3@its.jnj.com::ee543a02-cff0-44f5-ad87-1d7ba9009238" providerId="AD" clId="Web-{83687184-0599-7A94-4022-C04807141DFF}" dt="2026-07-22T13:30:58.406" v="31" actId="1076"/>
          <ac:spMkLst>
            <pc:docMk/>
            <pc:sldMk cId="2056390182" sldId="281"/>
            <ac:spMk id="162" creationId="{00000000-0000-0000-0000-000000000000}"/>
          </ac:spMkLst>
        </pc:spChg>
        <pc:cxnChg chg="mod">
          <ac:chgData name="Duran, Italo [ETHUS]" userId="S::iduran3@its.jnj.com::ee543a02-cff0-44f5-ad87-1d7ba9009238" providerId="AD" clId="Web-{83687184-0599-7A94-4022-C04807141DFF}" dt="2026-07-22T13:30:58" v="12" actId="1076"/>
          <ac:cxnSpMkLst>
            <pc:docMk/>
            <pc:sldMk cId="2056390182" sldId="281"/>
            <ac:cxnSpMk id="143" creationId="{00000000-0000-0000-0000-000000000000}"/>
          </ac:cxnSpMkLst>
        </pc:cxnChg>
        <pc:cxnChg chg="mod">
          <ac:chgData name="Duran, Italo [ETHUS]" userId="S::iduran3@its.jnj.com::ee543a02-cff0-44f5-ad87-1d7ba9009238" providerId="AD" clId="Web-{83687184-0599-7A94-4022-C04807141DFF}" dt="2026-07-22T13:30:58.203" v="21" actId="1076"/>
          <ac:cxnSpMkLst>
            <pc:docMk/>
            <pc:sldMk cId="2056390182" sldId="281"/>
            <ac:cxnSpMk id="152" creationId="{00000000-0000-0000-0000-000000000000}"/>
          </ac:cxnSpMkLst>
        </pc:cxnChg>
        <pc:cxnChg chg="mod">
          <ac:chgData name="Duran, Italo [ETHUS]" userId="S::iduran3@its.jnj.com::ee543a02-cff0-44f5-ad87-1d7ba9009238" providerId="AD" clId="Web-{83687184-0599-7A94-4022-C04807141DFF}" dt="2026-07-22T13:30:58.390" v="30" actId="1076"/>
          <ac:cxnSpMkLst>
            <pc:docMk/>
            <pc:sldMk cId="2056390182" sldId="281"/>
            <ac:cxnSpMk id="161" creationId="{00000000-0000-0000-0000-000000000000}"/>
          </ac:cxnSpMkLst>
        </pc:cxnChg>
      </pc:sldChg>
    </pc:docChg>
  </pc:docChgLst>
</pc:chgInfo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2980FC-DFFE-4848-B1DA-A4F1F3BEFE08}" authorId="{FD7E4864-C767-EA39-09E2-4ADEE9930293}" created="2026-07-16T19:24:21.3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graphicFrameMk id="5" creationId="{25CBFA30-3BD3-F1EC-2FF5-35D17C3FD642}"/>
      <ac:tblMk/>
      <ac:tcMk rowId="1979659103" colId="3618061621"/>
      <ac:txMk cp="18" len="12">
        <ac:context len="31" hash="3900023071"/>
      </ac:txMk>
    </ac:txMkLst>
    <p188:pos x="3236608" y="2451768"/>
    <p188:txBody>
      <a:bodyPr/>
      <a:lstStyle/>
      <a:p>
        <a:r>
          <a:rPr lang="en-US"/>
          <a:t>Depending on the users task/idea they might not need gold_model_config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05809E-70A9-A04E-A747-17E0E8F30496}" authorId="{FD7E4864-C767-EA39-09E2-4ADEE9930293}" created="2026-07-16T19:38:25.8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3" creationId="{00000000-0000-0000-0000-000000000000}"/>
      <ac:txMk cp="88" len="22">
        <ac:context len="139" hash="2826195257"/>
      </ac:txMk>
    </ac:txMkLst>
    <p188:pos x="5486401" y="967586"/>
    <p188:txBody>
      <a:bodyPr/>
      <a:lstStyle/>
      <a:p>
        <a:r>
          <a:rPr lang="en-US"/>
          <a:t>Could be combined with DQ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F786AB7-7DD6-4575-BD6B-BA793FC56BF4}" authorId="{43E6555E-A9BD-BD85-5D43-2346CF5F7E4C}" created="2026-07-16T20:06:42.593">
    <pc:sldMkLst xmlns:pc="http://schemas.microsoft.com/office/powerpoint/2013/main/command">
      <pc:docMk/>
      <pc:sldMk cId="0" sldId="265"/>
    </pc:sldMkLst>
    <p188:txBody>
      <a:bodyPr/>
      <a:lstStyle/>
      <a:p>
        <a:r>
          <a:rPr lang="en-US"/>
          <a:t>PySpark mostly , and if needed then Declarative pipelines.</a:t>
        </a:r>
      </a:p>
    </p188:txBody>
  </p188:cm>
  <p188:cm id="{3FDA5ECD-E8A7-4871-835B-1F437A079B0D}" authorId="{43E6555E-A9BD-BD85-5D43-2346CF5F7E4C}" created="2026-07-16T20:08:39.8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graphicFrameMk id="3" creationId="{00000000-0000-0000-0000-000000000000}"/>
    </ac:deMkLst>
    <p188:txBody>
      <a:bodyPr/>
      <a:lstStyle/>
      <a:p>
        <a:r>
          <a:rPr lang="en-US"/>
          <a:t>Incremental</a:t>
        </a:r>
      </a:p>
    </p188:txBody>
  </p188:cm>
  <p188:cm id="{C1E03229-CE97-4E3F-BD5F-AD9FADB8E977}" authorId="{43E6555E-A9BD-BD85-5D43-2346CF5F7E4C}" created="2026-07-16T20:10:07.91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graphicFrameMk id="3" creationId="{00000000-0000-0000-0000-000000000000}"/>
    </ac:deMkLst>
    <p188:txBody>
      <a:bodyPr/>
      <a:lstStyle/>
      <a:p>
        <a:r>
          <a:rPr lang="en-US"/>
          <a:t>We don’t care, except for tags. Reference table about governance. </a:t>
        </a:r>
      </a:p>
    </p188:txBody>
  </p188:cm>
</p188:cmLst>
</file>

<file path=ppt/comments/modernComment_112_1C4543A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FDA1FB-D068-4D32-988F-0EC3D8660336}" authorId="{43E6555E-A9BD-BD85-5D43-2346CF5F7E4C}" created="2026-07-16T20:27:01.181">
    <pc:sldMkLst xmlns:pc="http://schemas.microsoft.com/office/powerpoint/2013/main/command">
      <pc:docMk/>
      <pc:sldMk cId="474301350" sldId="274"/>
    </pc:sldMkLst>
    <p188:txBody>
      <a:bodyPr/>
      <a:lstStyle/>
      <a:p>
        <a:r>
          <a:rPr lang="en-US"/>
          <a:t>B4 setting the metadata models, we need to find out what we need from the scion to set up our config files and the parent config file</a:t>
        </a:r>
      </a:p>
    </p188:txBody>
  </p188:cm>
  <p188:cm id="{5472B5D2-2A08-400A-A972-8F1ED29A44C3}" authorId="{43E6555E-A9BD-BD85-5D43-2346CF5F7E4C}" created="2026-07-16T20:29:39.051">
    <pc:sldMkLst xmlns:pc="http://schemas.microsoft.com/office/powerpoint/2013/main/command">
      <pc:docMk/>
      <pc:sldMk cId="474301350" sldId="274"/>
    </pc:sldMkLst>
    <p188:txBody>
      <a:bodyPr/>
      <a:lstStyle/>
      <a:p>
        <a:r>
          <a:rPr lang="en-US"/>
          <a:t>Once we have the req info, that needs to be in a flat file format. To be able to upload to the metamodel config parent file to parse through it and be able to build it </a:t>
        </a:r>
      </a:p>
    </p188:txBody>
  </p188:cm>
  <p188:cm id="{3A5CCFDC-3995-4D38-A8B1-B1AED1F9CB07}" authorId="{43E6555E-A9BD-BD85-5D43-2346CF5F7E4C}" created="2026-07-16T20:31:39.876">
    <pc:sldMkLst xmlns:pc="http://schemas.microsoft.com/office/powerpoint/2013/main/command">
      <pc:docMk/>
      <pc:sldMk cId="474301350" sldId="274"/>
    </pc:sldMkLst>
    <p188:txBody>
      <a:bodyPr/>
      <a:lstStyle/>
      <a:p>
        <a:r>
          <a:rPr lang="en-US"/>
          <a:t>Figure out, meta model on paper, don’t build it.</a:t>
        </a:r>
      </a:p>
    </p188:txBody>
  </p188:cm>
</p188:cmLst>
</file>

<file path=ppt/comments/modernComment_117_669B6AB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38D37D-DB8D-4A22-87AF-5C78528FA6EA}" authorId="{3A68A6C8-0AFB-806A-9AD8-2248E3D88CAF}" created="2026-07-16T13:20:13.3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21461428" sldId="279"/>
      <ac:spMk id="7" creationId="{A17F1F8E-E11C-DAAA-3F84-512DFD037058}"/>
      <ac:txMk cp="0">
        <ac:context len="364" hash="1306091780"/>
      </ac:txMk>
    </ac:txMkLst>
    <p188:txBody>
      <a:bodyPr/>
      <a:lstStyle/>
      <a:p>
        <a:r>
          <a:rPr lang="en-US"/>
          <a:t>Talk about how the Scion team is doing double work. They will create another pipeline from scratch which is the same they have built before.</a:t>
        </a:r>
      </a:p>
    </p188:txBody>
  </p188:cm>
  <p188:cm id="{05652686-0C7C-4734-869C-0F176CFF5A8C}" authorId="{3A68A6C8-0AFB-806A-9AD8-2248E3D88CAF}" created="2026-07-16T13:23:57.87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21461428" sldId="279"/>
      <ac:spMk id="7" creationId="{A17F1F8E-E11C-DAAA-3F84-512DFD037058}"/>
      <ac:txMk cp="0">
        <ac:context len="364" hash="1306091780"/>
      </ac:txMk>
    </ac:txMkLst>
    <p188:txBody>
      <a:bodyPr/>
      <a:lstStyle/>
      <a:p>
        <a:r>
          <a:rPr lang="en-US"/>
          <a:t>Fragmented here means that there is NO STRUCTURE for their metadata solutions.</a:t>
        </a:r>
      </a:p>
    </p188:txBody>
  </p188:cm>
  <p188:cm id="{36CBD83B-CD9D-6D4C-B4BC-0E7BF4AA6838}" authorId="{FD7E4864-C767-EA39-09E2-4ADEE9930293}" created="2026-07-16T13:53:05.33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21461428" sldId="279"/>
      <ac:spMk id="7" creationId="{A17F1F8E-E11C-DAAA-3F84-512DFD037058}"/>
      <ac:txMk cp="126" len="5">
        <ac:context len="364" hash="1306091780"/>
      </ac:txMk>
    </ac:txMkLst>
    <p188:pos x="5429250" y="1347107"/>
    <p188:txBody>
      <a:bodyPr/>
      <a:lstStyle/>
      <a:p>
        <a:r>
          <a:rPr lang="en-US"/>
          <a:t>fragmented across applications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507F4-6368-DD4E-AF31-DFC235DE8FB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3CE5A5-B572-5940-AA9F-5FDBA529A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71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CE5A5-B572-5940-AA9F-5FDBA529A5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58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A5A6A"/>
                </a:solidFill>
              </a:rPr>
              <a:t>Operators – describe what they are</a:t>
            </a:r>
            <a:br>
              <a:rPr lang="en-US">
                <a:solidFill>
                  <a:srgbClr val="4A5A6A"/>
                </a:solidFill>
              </a:rPr>
            </a:br>
            <a:r>
              <a:rPr lang="en-US">
                <a:solidFill>
                  <a:srgbClr val="4A5A6A"/>
                </a:solidFill>
              </a:rPr>
              <a:t>incremental?? Or full???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CE5A5-B572-5940-AA9F-5FDBA529A5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75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CE5A5-B572-5940-AA9F-5FDBA529A5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93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CE5A5-B572-5940-AA9F-5FDBA529A5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77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CE5A5-B572-5940-AA9F-5FDBA529A5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20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CE5A5-B572-5940-AA9F-5FDBA529A5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5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669B6AB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2_1C4543A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</p:spPr>
        <p:txBody>
          <a:bodyPr>
            <a:normAutofit fontScale="90000"/>
          </a:bodyPr>
          <a:lstStyle/>
          <a:p>
            <a:r>
              <a:rPr lang="en-US" sz="4800" err="1">
                <a:solidFill>
                  <a:schemeClr val="tx2"/>
                </a:solidFill>
              </a:rPr>
              <a:t>iDEE</a:t>
            </a:r>
            <a:r>
              <a:rPr lang="en-US" sz="4800">
                <a:solidFill>
                  <a:schemeClr val="tx2"/>
                </a:solidFill>
              </a:rPr>
              <a:t>-Databricks Metadata-Driven ELT Framework</a:t>
            </a:r>
            <a:endParaRPr lang="en-US" sz="450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026" y="4307412"/>
            <a:ext cx="4578895" cy="6820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chemeClr val="tx2"/>
                </a:solidFill>
              </a:rPr>
              <a:t>Technical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Engineering Problem </a:t>
            </a:r>
            <a:r>
              <a:rPr lang="en-US" sz="3000">
                <a:solidFill>
                  <a:srgbClr val="082F49"/>
                </a:solidFill>
              </a:rPr>
              <a:t>Statement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7F1F8E-E11C-DAAA-3F84-512DFD037058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defRPr sz="2000">
                <a:solidFill>
                  <a:srgbClr val="102A43"/>
                </a:solidFill>
              </a:defRPr>
            </a:pPr>
            <a:r>
              <a:rPr lang="en-US" sz="1600" b="1" u="sng">
                <a:ea typeface="Calibri"/>
                <a:cs typeface="Calibri"/>
              </a:rPr>
              <a:t>Today:</a:t>
            </a:r>
            <a:r>
              <a:rPr lang="en-US" sz="1600">
                <a:ea typeface="Calibri"/>
                <a:cs typeface="Calibri"/>
              </a:rPr>
              <a:t> 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lvl="1" indent="-342900">
              <a:lnSpc>
                <a:spcPct val="110000"/>
              </a:lnSpc>
              <a:buFont typeface="Courier New"/>
              <a:buChar char="o"/>
              <a:defRPr sz="2000">
                <a:solidFill>
                  <a:srgbClr val="102A43"/>
                </a:solidFill>
              </a:defRPr>
            </a:pPr>
            <a:r>
              <a:rPr lang="en-US" sz="1600">
                <a:ea typeface="Calibri"/>
                <a:cs typeface="Calibri"/>
              </a:rPr>
              <a:t>Multiple metadata patterns (Custom: Gen A, Gen B, V4-for-gold)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10000"/>
              </a:lnSpc>
              <a:defRPr sz="2000">
                <a:solidFill>
                  <a:srgbClr val="102A43"/>
                </a:solidFill>
              </a:defRPr>
            </a:pPr>
            <a:r>
              <a:rPr lang="en-US" sz="1600" b="1" u="sng">
                <a:ea typeface="Calibri"/>
                <a:cs typeface="Calibri"/>
              </a:rPr>
              <a:t>Pain:</a:t>
            </a:r>
            <a:r>
              <a:rPr lang="en-US" sz="1600">
                <a:ea typeface="Calibri"/>
                <a:cs typeface="Calibri"/>
              </a:rPr>
              <a:t> 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685800" lvl="1">
              <a:lnSpc>
                <a:spcPct val="110000"/>
              </a:lnSpc>
              <a:buFont typeface="Courier New" panose="02070309020205020404" pitchFamily="49" charset="0"/>
              <a:buChar char="o"/>
              <a:defRPr sz="2000">
                <a:solidFill>
                  <a:srgbClr val="102A43"/>
                </a:solidFill>
              </a:defRPr>
            </a:pPr>
            <a:r>
              <a:rPr lang="en-US" sz="1600">
                <a:ea typeface="Calibri"/>
                <a:cs typeface="Calibri"/>
              </a:rPr>
              <a:t>Execution logic and metadata contracts are fragmented =&gt; Slow data onboarding</a:t>
            </a:r>
          </a:p>
          <a:p>
            <a:pPr marL="685800" lvl="1">
              <a:lnSpc>
                <a:spcPct val="110000"/>
              </a:lnSpc>
              <a:buFont typeface="Courier New" panose="02070309020205020404" pitchFamily="49" charset="0"/>
              <a:buChar char="o"/>
              <a:defRPr sz="2000">
                <a:solidFill>
                  <a:srgbClr val="102A43"/>
                </a:solidFill>
              </a:defRPr>
            </a:pPr>
            <a:r>
              <a:rPr lang="en-US" sz="1600">
                <a:ea typeface="Calibri"/>
                <a:cs typeface="Calibri"/>
              </a:rPr>
              <a:t>Duplicted DQ/audit logic =&gt; Slow deployment time</a:t>
            </a:r>
          </a:p>
          <a:p>
            <a:pPr>
              <a:lnSpc>
                <a:spcPct val="110000"/>
              </a:lnSpc>
              <a:defRPr sz="2000">
                <a:solidFill>
                  <a:srgbClr val="102A43"/>
                </a:solidFill>
              </a:defRPr>
            </a:pPr>
            <a:r>
              <a:rPr lang="en-US" sz="1600" b="1" u="sng">
                <a:ea typeface="Calibri"/>
                <a:cs typeface="Calibri"/>
              </a:rPr>
              <a:t>Target:</a:t>
            </a:r>
            <a:r>
              <a:rPr lang="en-US" sz="1600">
                <a:ea typeface="Calibri"/>
                <a:cs typeface="Calibri"/>
              </a:rPr>
              <a:t> 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lvl="1" indent="-342900">
              <a:lnSpc>
                <a:spcPct val="110000"/>
              </a:lnSpc>
              <a:buFont typeface="Courier New"/>
              <a:buChar char="o"/>
              <a:defRPr sz="2000">
                <a:solidFill>
                  <a:srgbClr val="102A43"/>
                </a:solidFill>
              </a:defRPr>
            </a:pPr>
            <a:r>
              <a:rPr lang="en-US" sz="1600">
                <a:ea typeface="Calibri"/>
                <a:cs typeface="Calibri"/>
              </a:rPr>
              <a:t>One reusable </a:t>
            </a:r>
            <a:r>
              <a:rPr lang="en-US" sz="1600" err="1">
                <a:ea typeface="Calibri"/>
                <a:cs typeface="Calibri"/>
              </a:rPr>
              <a:t>iDEE</a:t>
            </a:r>
            <a:r>
              <a:rPr lang="en-US" sz="1600">
                <a:ea typeface="Calibri"/>
                <a:cs typeface="Calibri"/>
              </a:rPr>
              <a:t>-based framework driven by metadata with flexible companents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10000"/>
              </a:lnSpc>
              <a:defRPr sz="2000">
                <a:solidFill>
                  <a:srgbClr val="102A43"/>
                </a:solidFill>
              </a:defRPr>
            </a:pPr>
            <a:r>
              <a:rPr lang="en-US" sz="1600" b="1" u="sng">
                <a:ea typeface="Calibri"/>
                <a:cs typeface="Calibri"/>
              </a:rPr>
              <a:t>Outcome:</a:t>
            </a:r>
            <a:r>
              <a:rPr lang="en-US" sz="1600">
                <a:ea typeface="Calibri"/>
                <a:cs typeface="Calibri"/>
              </a:rPr>
              <a:t> </a:t>
            </a:r>
          </a:p>
          <a:p>
            <a:pPr lvl="1" indent="-342900">
              <a:lnSpc>
                <a:spcPct val="110000"/>
              </a:lnSpc>
              <a:buFont typeface="Courier New"/>
              <a:buChar char="o"/>
              <a:defRPr sz="2000">
                <a:solidFill>
                  <a:srgbClr val="102A43"/>
                </a:solidFill>
              </a:defRPr>
            </a:pPr>
            <a:r>
              <a:rPr lang="en-US" sz="1600">
                <a:ea typeface="Calibri"/>
                <a:cs typeface="Calibri"/>
              </a:rPr>
              <a:t>Onboard new datasets by configuration, not custom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ED977-8A55-F1D6-38E0-FBAC11093215}"/>
              </a:ext>
            </a:extLst>
          </p:cNvPr>
          <p:cNvSpPr txBox="1"/>
          <p:nvPr/>
        </p:nvSpPr>
        <p:spPr>
          <a:xfrm>
            <a:off x="1503947" y="5037221"/>
            <a:ext cx="6136105" cy="875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1600" b="1">
                <a:latin typeface="Segoe UI" panose="020B0502040204020203" pitchFamily="34" charset="0"/>
              </a:rPr>
              <a:t>Multiple onboarding frameworks and metadata standards have created inconsistent implementation patterns, requiring custom engineering for each new dataset instead of leveraging a reusable metadata-driven approach.</a:t>
            </a:r>
          </a:p>
        </p:txBody>
      </p:sp>
    </p:spTree>
    <p:extLst>
      <p:ext uri="{BB962C8B-B14F-4D97-AF65-F5344CB8AC3E}">
        <p14:creationId xmlns:p14="http://schemas.microsoft.com/office/powerpoint/2010/main" val="17214614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250000"/>
            <a:ext cx="8224000" cy="560000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rgbClr val="082F49"/>
                </a:solidFill>
              </a:rPr>
              <a:t>Prerequisites for a New User</a:t>
            </a:r>
          </a:p>
        </p:txBody>
      </p:sp>
      <p:sp>
        <p:nvSpPr>
          <p:cNvPr id="100" name="c"/>
          <p:cNvSpPr/>
          <p:nvPr/>
        </p:nvSpPr>
        <p:spPr>
          <a:xfrm>
            <a:off x="460000" y="1560000"/>
            <a:ext cx="3952000" cy="3520000"/>
          </a:xfrm>
          <a:prstGeom prst="roundRect">
            <a:avLst>
              <a:gd name="adj" fmla="val 5000"/>
            </a:avLst>
          </a:prstGeom>
          <a:solidFill>
            <a:srgbClr val="EBEFF2"/>
          </a:solidFill>
          <a:ln w="15875">
            <a:solidFill>
              <a:srgbClr val="0B3C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ab"/>
          <p:cNvSpPr/>
          <p:nvPr/>
        </p:nvSpPr>
        <p:spPr>
          <a:xfrm>
            <a:off x="610000" y="1745000"/>
            <a:ext cx="72000" cy="520000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"/>
          <p:cNvSpPr txBox="1"/>
          <p:nvPr/>
        </p:nvSpPr>
        <p:spPr>
          <a:xfrm>
            <a:off x="750000" y="1700000"/>
            <a:ext cx="3572000" cy="36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buNone/>
            </a:pPr>
            <a:r>
              <a:rPr lang="en-US" sz="1450" b="1">
                <a:solidFill>
                  <a:srgbClr val="0B3C5D"/>
                </a:solidFill>
              </a:rPr>
              <a:t>Required Access</a:t>
            </a:r>
          </a:p>
        </p:txBody>
      </p:sp>
      <p:sp>
        <p:nvSpPr>
          <p:cNvPr id="103" name="t"/>
          <p:cNvSpPr txBox="1"/>
          <p:nvPr/>
        </p:nvSpPr>
        <p:spPr>
          <a:xfrm>
            <a:off x="750000" y="2050000"/>
            <a:ext cx="3572000" cy="26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buNone/>
            </a:pPr>
            <a:r>
              <a:rPr lang="en-US" sz="1000" i="1">
                <a:solidFill>
                  <a:srgbClr val="5B6B7B"/>
                </a:solidFill>
              </a:rPr>
              <a:t>Provisioned by the platform and security teams</a:t>
            </a:r>
          </a:p>
        </p:txBody>
      </p:sp>
      <p:cxnSp>
        <p:nvCxnSpPr>
          <p:cNvPr id="104" name="dv"/>
          <p:cNvCxnSpPr/>
          <p:nvPr/>
        </p:nvCxnSpPr>
        <p:spPr>
          <a:xfrm>
            <a:off x="640000" y="2360000"/>
            <a:ext cx="3592000" cy="0"/>
          </a:xfrm>
          <a:prstGeom prst="line">
            <a:avLst/>
          </a:prstGeom>
          <a:ln w="9525">
            <a:solidFill>
              <a:srgbClr val="91A7B6"/>
            </a:solidFill>
          </a:ln>
        </p:spPr>
      </p:cxnSp>
      <p:sp>
        <p:nvSpPr>
          <p:cNvPr id="105" name="t"/>
          <p:cNvSpPr txBox="1"/>
          <p:nvPr/>
        </p:nvSpPr>
        <p:spPr>
          <a:xfrm>
            <a:off x="610000" y="2440000"/>
            <a:ext cx="3692000" cy="190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marL="228600" indent="-228600" algn="l">
              <a:lnSpc>
                <a:spcPct val="152000"/>
              </a:lnSpc>
              <a:buClr>
                <a:srgbClr val="0B3C5D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Bitbucket repository access</a:t>
            </a:r>
          </a:p>
          <a:p>
            <a:pPr marL="228600" indent="-228600" algn="l">
              <a:lnSpc>
                <a:spcPct val="152000"/>
              </a:lnSpc>
              <a:buClr>
                <a:srgbClr val="0B3C5D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Databricks workspace access</a:t>
            </a:r>
          </a:p>
          <a:p>
            <a:pPr marL="228600" indent="-228600" algn="l">
              <a:lnSpc>
                <a:spcPct val="152000"/>
              </a:lnSpc>
              <a:buClr>
                <a:srgbClr val="0B3C5D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Unity Catalog development permissions</a:t>
            </a:r>
          </a:p>
          <a:p>
            <a:pPr marL="228600" indent="-228600" algn="l">
              <a:lnSpc>
                <a:spcPct val="152000"/>
              </a:lnSpc>
              <a:buClr>
                <a:srgbClr val="0B3C5D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Approved compute or serverless access</a:t>
            </a:r>
          </a:p>
          <a:p>
            <a:pPr marL="228600" indent="-228600" algn="l">
              <a:lnSpc>
                <a:spcPct val="152000"/>
              </a:lnSpc>
              <a:buClr>
                <a:srgbClr val="0B3C5D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Permission to deploy and run development resources</a:t>
            </a:r>
          </a:p>
          <a:p>
            <a:pPr marL="228600" indent="-228600" algn="l">
              <a:lnSpc>
                <a:spcPct val="152000"/>
              </a:lnSpc>
              <a:buClr>
                <a:srgbClr val="0B3C5D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Access to approved source systems or sample data</a:t>
            </a:r>
          </a:p>
          <a:p>
            <a:pPr marL="228600" indent="-228600" algn="l">
              <a:lnSpc>
                <a:spcPct val="152000"/>
              </a:lnSpc>
              <a:buClr>
                <a:srgbClr val="0B3C5D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Access to approved secret references</a:t>
            </a:r>
          </a:p>
        </p:txBody>
      </p:sp>
      <p:cxnSp>
        <p:nvCxnSpPr>
          <p:cNvPr id="106" name="dv"/>
          <p:cNvCxnSpPr/>
          <p:nvPr/>
        </p:nvCxnSpPr>
        <p:spPr>
          <a:xfrm>
            <a:off x="640000" y="4400000"/>
            <a:ext cx="3592000" cy="0"/>
          </a:xfrm>
          <a:prstGeom prst="line">
            <a:avLst/>
          </a:prstGeom>
          <a:ln w="9525">
            <a:solidFill>
              <a:srgbClr val="91A7B6"/>
            </a:solidFill>
          </a:ln>
        </p:spPr>
      </p:cxnSp>
      <p:sp>
        <p:nvSpPr>
          <p:cNvPr id="107" name="note"/>
          <p:cNvSpPr/>
          <p:nvPr/>
        </p:nvSpPr>
        <p:spPr>
          <a:xfrm>
            <a:off x="630000" y="4440000"/>
            <a:ext cx="3612000" cy="56000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E3CF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"/>
          <p:cNvSpPr txBox="1"/>
          <p:nvPr/>
        </p:nvSpPr>
        <p:spPr>
          <a:xfrm>
            <a:off x="680000" y="4470000"/>
            <a:ext cx="3512000" cy="5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US" sz="1000" b="1">
                <a:solidFill>
                  <a:srgbClr val="8A6D3B"/>
                </a:solidFill>
              </a:rPr>
              <a:t>Guardrail:  </a:t>
            </a:r>
            <a:r>
              <a:rPr lang="en-US" sz="1000">
                <a:solidFill>
                  <a:srgbClr val="8A6D3B"/>
                </a:solidFill>
              </a:rPr>
              <a:t>deploy and test in development, production write access is not granted automatically.</a:t>
            </a:r>
          </a:p>
        </p:txBody>
      </p:sp>
      <p:sp>
        <p:nvSpPr>
          <p:cNvPr id="109" name="c"/>
          <p:cNvSpPr/>
          <p:nvPr/>
        </p:nvSpPr>
        <p:spPr>
          <a:xfrm>
            <a:off x="4732000" y="1560000"/>
            <a:ext cx="3952000" cy="3520000"/>
          </a:xfrm>
          <a:prstGeom prst="roundRect">
            <a:avLst>
              <a:gd name="adj" fmla="val 5000"/>
            </a:avLst>
          </a:prstGeom>
          <a:solidFill>
            <a:srgbClr val="ECF3F7"/>
          </a:solidFill>
          <a:ln w="15875">
            <a:solidFill>
              <a:srgbClr val="13749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tab"/>
          <p:cNvSpPr/>
          <p:nvPr/>
        </p:nvSpPr>
        <p:spPr>
          <a:xfrm>
            <a:off x="4882000" y="1745000"/>
            <a:ext cx="72000" cy="520000"/>
          </a:xfrm>
          <a:prstGeom prst="roundRect">
            <a:avLst>
              <a:gd name="adj" fmla="val 50000"/>
            </a:avLst>
          </a:prstGeom>
          <a:solidFill>
            <a:srgbClr val="13749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5022000" y="1700000"/>
            <a:ext cx="3572000" cy="36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buNone/>
            </a:pPr>
            <a:r>
              <a:rPr lang="en-US" sz="1450" b="1">
                <a:solidFill>
                  <a:srgbClr val="13749B"/>
                </a:solidFill>
              </a:rPr>
              <a:t>Recommended Local Tools</a:t>
            </a:r>
          </a:p>
        </p:txBody>
      </p:sp>
      <p:sp>
        <p:nvSpPr>
          <p:cNvPr id="112" name="t"/>
          <p:cNvSpPr txBox="1"/>
          <p:nvPr/>
        </p:nvSpPr>
        <p:spPr>
          <a:xfrm>
            <a:off x="5022000" y="2050000"/>
            <a:ext cx="3572000" cy="26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buNone/>
            </a:pPr>
            <a:r>
              <a:rPr lang="en-US" sz="1000" i="1">
                <a:solidFill>
                  <a:srgbClr val="5B6B7B"/>
                </a:solidFill>
              </a:rPr>
              <a:t>Installed on the developer's own machine</a:t>
            </a:r>
          </a:p>
        </p:txBody>
      </p:sp>
      <p:cxnSp>
        <p:nvCxnSpPr>
          <p:cNvPr id="113" name="dv"/>
          <p:cNvCxnSpPr/>
          <p:nvPr/>
        </p:nvCxnSpPr>
        <p:spPr>
          <a:xfrm>
            <a:off x="4912000" y="2360000"/>
            <a:ext cx="3592000" cy="0"/>
          </a:xfrm>
          <a:prstGeom prst="line">
            <a:avLst/>
          </a:prstGeom>
          <a:ln w="9525">
            <a:solidFill>
              <a:srgbClr val="94C0D2"/>
            </a:solidFill>
          </a:ln>
        </p:spPr>
      </p:cxnSp>
      <p:sp>
        <p:nvSpPr>
          <p:cNvPr id="114" name="t"/>
          <p:cNvSpPr txBox="1"/>
          <p:nvPr/>
        </p:nvSpPr>
        <p:spPr>
          <a:xfrm>
            <a:off x="4882000" y="2440000"/>
            <a:ext cx="3692000" cy="190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marL="228600" indent="-228600" algn="l">
              <a:lnSpc>
                <a:spcPct val="152000"/>
              </a:lnSpc>
              <a:buClr>
                <a:srgbClr val="13749B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Git</a:t>
            </a:r>
          </a:p>
          <a:p>
            <a:pPr marL="228600" indent="-228600" algn="l">
              <a:lnSpc>
                <a:spcPct val="152000"/>
              </a:lnSpc>
              <a:buClr>
                <a:srgbClr val="13749B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VS Code (or another IDE)</a:t>
            </a:r>
          </a:p>
          <a:p>
            <a:pPr marL="228600" indent="-228600" algn="l">
              <a:lnSpc>
                <a:spcPct val="152000"/>
              </a:lnSpc>
              <a:buClr>
                <a:srgbClr val="13749B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Python</a:t>
            </a:r>
          </a:p>
          <a:p>
            <a:pPr marL="228600" indent="-228600" algn="l">
              <a:lnSpc>
                <a:spcPct val="152000"/>
              </a:lnSpc>
              <a:buClr>
                <a:srgbClr val="13749B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Databricks CLI extension </a:t>
            </a:r>
          </a:p>
          <a:p>
            <a:pPr marL="228600" indent="-228600" algn="l">
              <a:lnSpc>
                <a:spcPct val="152000"/>
              </a:lnSpc>
              <a:buClr>
                <a:srgbClr val="13749B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Approved Databricks authentication method</a:t>
            </a:r>
          </a:p>
          <a:p>
            <a:pPr marL="228600" indent="-228600" algn="l">
              <a:lnSpc>
                <a:spcPct val="152000"/>
              </a:lnSpc>
              <a:buClr>
                <a:srgbClr val="13749B"/>
              </a:buClr>
              <a:buFont typeface="Arial"/>
              <a:buChar char="•"/>
            </a:pPr>
            <a:r>
              <a:rPr lang="en-US" sz="1150">
                <a:solidFill>
                  <a:srgbClr val="4A5A6A"/>
                </a:solidFill>
              </a:rPr>
              <a:t>Optional Python virtual environment  (.</a:t>
            </a:r>
            <a:r>
              <a:rPr lang="en-US" sz="1150" err="1">
                <a:solidFill>
                  <a:srgbClr val="4A5A6A"/>
                </a:solidFill>
              </a:rPr>
              <a:t>venv</a:t>
            </a:r>
            <a:r>
              <a:rPr lang="en-US" sz="1150">
                <a:solidFill>
                  <a:srgbClr val="4A5A6A"/>
                </a:solidFill>
              </a:rPr>
              <a:t>)</a:t>
            </a:r>
          </a:p>
        </p:txBody>
      </p:sp>
      <p:cxnSp>
        <p:nvCxnSpPr>
          <p:cNvPr id="115" name="dv"/>
          <p:cNvCxnSpPr/>
          <p:nvPr/>
        </p:nvCxnSpPr>
        <p:spPr>
          <a:xfrm>
            <a:off x="4912000" y="4400000"/>
            <a:ext cx="3592000" cy="0"/>
          </a:xfrm>
          <a:prstGeom prst="line">
            <a:avLst/>
          </a:prstGeom>
          <a:ln w="9525">
            <a:solidFill>
              <a:srgbClr val="94C0D2"/>
            </a:solidFill>
          </a:ln>
        </p:spPr>
      </p:cxnSp>
      <p:sp>
        <p:nvSpPr>
          <p:cNvPr id="116" name="note"/>
          <p:cNvSpPr/>
          <p:nvPr/>
        </p:nvSpPr>
        <p:spPr>
          <a:xfrm>
            <a:off x="4902000" y="4440000"/>
            <a:ext cx="3612000" cy="560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C6D2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t"/>
          <p:cNvSpPr txBox="1"/>
          <p:nvPr/>
        </p:nvSpPr>
        <p:spPr>
          <a:xfrm>
            <a:off x="4952000" y="4470000"/>
            <a:ext cx="3512000" cy="5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US" sz="1000" b="1">
                <a:solidFill>
                  <a:srgbClr val="4A5A6A"/>
                </a:solidFill>
              </a:rPr>
              <a:t>Note:  </a:t>
            </a:r>
            <a:r>
              <a:rPr lang="en-US" sz="1000">
                <a:solidFill>
                  <a:srgbClr val="4A5A6A"/>
                </a:solidFill>
              </a:rPr>
              <a:t>the optional </a:t>
            </a:r>
            <a:r>
              <a:rPr lang="en-US" sz="1000">
                <a:solidFill>
                  <a:srgbClr val="0E7C86"/>
                </a:solidFill>
                <a:latin typeface="Consolas"/>
              </a:rPr>
              <a:t>.venv</a:t>
            </a:r>
            <a:r>
              <a:rPr lang="en-US" sz="1000">
                <a:solidFill>
                  <a:srgbClr val="4A5A6A"/>
                </a:solidFill>
              </a:rPr>
              <a:t> isolates local dependencies for testing only; Lakeflow does not run inside it.</a:t>
            </a:r>
          </a:p>
        </p:txBody>
      </p:sp>
      <p:sp>
        <p:nvSpPr>
          <p:cNvPr id="118" name="t"/>
          <p:cNvSpPr txBox="1"/>
          <p:nvPr/>
        </p:nvSpPr>
        <p:spPr>
          <a:xfrm>
            <a:off x="460000" y="900000"/>
            <a:ext cx="8224000" cy="52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US" sz="1300">
                <a:solidFill>
                  <a:srgbClr val="0B3C5D"/>
                </a:solidFill>
              </a:rPr>
              <a:t>Before building with the framework, every new user needs two things in place, </a:t>
            </a:r>
            <a:br>
              <a:rPr lang="en-US" sz="1300">
                <a:solidFill>
                  <a:srgbClr val="0B3C5D"/>
                </a:solidFill>
              </a:rPr>
            </a:br>
            <a:r>
              <a:rPr lang="en-US" sz="1300" b="1">
                <a:solidFill>
                  <a:srgbClr val="0B3C5D"/>
                </a:solidFill>
              </a:rPr>
              <a:t>the right access</a:t>
            </a:r>
            <a:r>
              <a:rPr lang="en-US" sz="1300">
                <a:solidFill>
                  <a:srgbClr val="0B3C5D"/>
                </a:solidFill>
              </a:rPr>
              <a:t> and </a:t>
            </a:r>
            <a:r>
              <a:rPr lang="en-US" sz="1300" b="1">
                <a:solidFill>
                  <a:srgbClr val="13749B"/>
                </a:solidFill>
              </a:rPr>
              <a:t>the right local toolkit</a:t>
            </a:r>
            <a:r>
              <a:rPr lang="en-US" sz="1300">
                <a:solidFill>
                  <a:srgbClr val="0B3C5D"/>
                </a:solidFill>
              </a:rPr>
              <a:t>.</a:t>
            </a:r>
          </a:p>
        </p:txBody>
      </p:sp>
      <p:sp>
        <p:nvSpPr>
          <p:cNvPr id="119" name="outcome"/>
          <p:cNvSpPr/>
          <p:nvPr/>
        </p:nvSpPr>
        <p:spPr>
          <a:xfrm>
            <a:off x="460000" y="5260000"/>
            <a:ext cx="8224000" cy="470000"/>
          </a:xfrm>
          <a:prstGeom prst="roundRect">
            <a:avLst>
              <a:gd name="adj" fmla="val 16000"/>
            </a:avLst>
          </a:prstGeom>
          <a:solidFill>
            <a:srgbClr val="0E5A78"/>
          </a:solidFill>
          <a:ln w="12700">
            <a:solidFill>
              <a:srgbClr val="0E5A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"/>
          <p:cNvSpPr txBox="1"/>
          <p:nvPr/>
        </p:nvSpPr>
        <p:spPr>
          <a:xfrm>
            <a:off x="460000" y="5260000"/>
            <a:ext cx="8224000" cy="47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</a:rPr>
              <a:t>With both in place, a new developer can clone, deploy, and validate the framework in development on day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E81F2-B5BE-77E4-2961-391B1767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1137-B916-46CE-23B7-77CE8512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0000"/>
            <a:ext cx="8229600" cy="560000"/>
          </a:xfrm>
        </p:spPr>
        <p:txBody>
          <a:bodyPr>
            <a:normAutofit/>
          </a:bodyPr>
          <a:lstStyle/>
          <a:p>
            <a:pPr algn="ctr"/>
            <a:r>
              <a:rPr lang="en-US" sz="2600">
                <a:solidFill>
                  <a:srgbClr val="082F49"/>
                </a:solidFill>
              </a:rPr>
              <a:t>Where is the Framework Installed?</a:t>
            </a:r>
          </a:p>
        </p:txBody>
      </p:sp>
      <p:graphicFrame>
        <p:nvGraphicFramePr>
          <p:cNvPr id="117" name="Table 1"/>
          <p:cNvGraphicFramePr>
            <a:graphicFrameLocks noGrp="1"/>
          </p:cNvGraphicFramePr>
          <p:nvPr/>
        </p:nvGraphicFramePr>
        <p:xfrm>
          <a:off x="3680000" y="1080000"/>
          <a:ext cx="5080000" cy="4892000"/>
        </p:xfrm>
        <a:graphic>
          <a:graphicData uri="http://schemas.openxmlformats.org/drawingml/2006/table">
            <a:tbl>
              <a:tblPr firstRow="1"/>
              <a:tblGrid>
                <a:gridCol w="16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+mn-lt"/>
                        </a:rPr>
                        <a:t>Location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Source code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Bitbucket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Local working copy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VS Code or another IDE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Deployment definitions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i="1">
                          <a:solidFill>
                            <a:srgbClr val="0E7C86"/>
                          </a:solidFill>
                          <a:latin typeface="+mn-lt"/>
                        </a:rPr>
                        <a:t>databricks.yml</a:t>
                      </a:r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 and resource YAML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Jobs and pipelines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Databricks workspace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Metadata tables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Unity Catalog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Bronze, Silver, Gold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Unity Catalog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Optional landing files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ADLS Gen2 or Unity Catalog Volumes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Secrets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Managed identity, Unity Catalog connections, Key Vault, or another approved mechanism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Tests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Repository and Databricks test jobs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B3C5D"/>
                          </a:solidFill>
                          <a:latin typeface="+mn-lt"/>
                        </a:rPr>
                        <a:t>Documentation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i="1">
                          <a:solidFill>
                            <a:srgbClr val="0E7C86"/>
                          </a:solidFill>
                          <a:latin typeface="+mn-lt"/>
                        </a:rPr>
                        <a:t>README.md</a:t>
                      </a:r>
                      <a:r>
                        <a:rPr lang="en-US" sz="1000">
                          <a:solidFill>
                            <a:srgbClr val="4A5A6A"/>
                          </a:solidFill>
                          <a:latin typeface="+mn-lt"/>
                        </a:rPr>
                        <a:t> and </a:t>
                      </a:r>
                      <a:r>
                        <a:rPr lang="en-US" sz="1000" i="1">
                          <a:solidFill>
                            <a:srgbClr val="0E7C86"/>
                          </a:solidFill>
                          <a:latin typeface="+mn-lt"/>
                        </a:rPr>
                        <a:t>docs/</a:t>
                      </a:r>
                    </a:p>
                  </a:txBody>
                  <a:tcPr marL="118440" marR="82440" marT="27432" marB="27432" anchor="ctr">
                    <a:lnL w="6350">
                      <a:solidFill>
                        <a:srgbClr val="D6E2EC"/>
                      </a:solidFill>
                    </a:lnL>
                    <a:lnR w="6350">
                      <a:solidFill>
                        <a:srgbClr val="D6E2EC"/>
                      </a:solidFill>
                    </a:lnR>
                    <a:lnT w="6350">
                      <a:solidFill>
                        <a:srgbClr val="D6E2EC"/>
                      </a:solidFill>
                    </a:lnT>
                    <a:lnB w="6350">
                      <a:solidFill>
                        <a:srgbClr val="D6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0" name="t"/>
          <p:cNvSpPr txBox="1"/>
          <p:nvPr/>
        </p:nvSpPr>
        <p:spPr>
          <a:xfrm>
            <a:off x="457200" y="760000"/>
            <a:ext cx="82296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/>
            <a:r>
              <a:rPr lang="en-US" sz="1250">
                <a:solidFill>
                  <a:srgbClr val="0B3C5D"/>
                </a:solidFill>
              </a:rPr>
              <a:t>The complete framework exists across three locations</a:t>
            </a:r>
          </a:p>
        </p:txBody>
      </p:sp>
      <p:sp>
        <p:nvSpPr>
          <p:cNvPr id="101" name="card"/>
          <p:cNvSpPr/>
          <p:nvPr/>
        </p:nvSpPr>
        <p:spPr>
          <a:xfrm>
            <a:off x="372000" y="1080000"/>
            <a:ext cx="3120000" cy="11200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"/>
          <p:cNvSpPr/>
          <p:nvPr/>
        </p:nvSpPr>
        <p:spPr>
          <a:xfrm>
            <a:off x="492000" y="1230000"/>
            <a:ext cx="300000" cy="300000"/>
          </a:xfrm>
          <a:prstGeom prst="ellipse">
            <a:avLst/>
          </a:prstGeom>
          <a:solidFill>
            <a:srgbClr val="0B3C5D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852000" y="1230000"/>
            <a:ext cx="2580000" cy="3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l"/>
            <a:r>
              <a:rPr lang="en-US" sz="1150" b="1">
                <a:solidFill>
                  <a:srgbClr val="0B3C5D"/>
                </a:solidFill>
              </a:rPr>
              <a:t>BITBUCKET</a:t>
            </a:r>
          </a:p>
        </p:txBody>
      </p:sp>
      <p:sp>
        <p:nvSpPr>
          <p:cNvPr id="104" name="t"/>
          <p:cNvSpPr txBox="1"/>
          <p:nvPr/>
        </p:nvSpPr>
        <p:spPr>
          <a:xfrm>
            <a:off x="532000" y="1640000"/>
            <a:ext cx="2820000" cy="50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lang="en-US" sz="950" i="1">
                <a:solidFill>
                  <a:srgbClr val="13749B"/>
                </a:solidFill>
              </a:rPr>
              <a:t>Permanent source of truth</a:t>
            </a:r>
          </a:p>
          <a:p>
            <a:pPr algn="l">
              <a:lnSpc>
                <a:spcPct val="108000"/>
              </a:lnSpc>
            </a:pPr>
            <a:r>
              <a:rPr lang="en-US" sz="950">
                <a:solidFill>
                  <a:srgbClr val="5B6B7B"/>
                </a:solidFill>
              </a:rPr>
              <a:t>Code, SQL, YAML, tests, templates, documentation</a:t>
            </a:r>
          </a:p>
        </p:txBody>
      </p:sp>
      <p:sp>
        <p:nvSpPr>
          <p:cNvPr id="105" name="ar"/>
          <p:cNvSpPr/>
          <p:nvPr/>
        </p:nvSpPr>
        <p:spPr>
          <a:xfrm>
            <a:off x="1832000" y="2240000"/>
            <a:ext cx="200000" cy="30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3749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62000" y="2270000"/>
            <a:ext cx="1500000" cy="24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l"/>
            <a:r>
              <a:rPr lang="en-US" sz="1000" i="1">
                <a:solidFill>
                  <a:srgbClr val="13749B"/>
                </a:solidFill>
              </a:rPr>
              <a:t>clone</a:t>
            </a:r>
          </a:p>
        </p:txBody>
      </p:sp>
      <p:sp>
        <p:nvSpPr>
          <p:cNvPr id="107" name="card"/>
          <p:cNvSpPr/>
          <p:nvPr/>
        </p:nvSpPr>
        <p:spPr>
          <a:xfrm>
            <a:off x="372000" y="2620000"/>
            <a:ext cx="3120000" cy="11500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b"/>
          <p:cNvSpPr/>
          <p:nvPr/>
        </p:nvSpPr>
        <p:spPr>
          <a:xfrm>
            <a:off x="492000" y="2770000"/>
            <a:ext cx="300000" cy="300000"/>
          </a:xfrm>
          <a:prstGeom prst="ellipse">
            <a:avLst/>
          </a:prstGeom>
          <a:solidFill>
            <a:srgbClr val="13749B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9" name="t"/>
          <p:cNvSpPr txBox="1"/>
          <p:nvPr/>
        </p:nvSpPr>
        <p:spPr>
          <a:xfrm>
            <a:off x="852000" y="2770000"/>
            <a:ext cx="2580000" cy="3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l"/>
            <a:r>
              <a:rPr lang="en-US" sz="1150" b="1">
                <a:solidFill>
                  <a:srgbClr val="0B3C5D"/>
                </a:solidFill>
              </a:rPr>
              <a:t>LOCAL DEV ENVIRONMENT</a:t>
            </a:r>
          </a:p>
        </p:txBody>
      </p:sp>
      <p:sp>
        <p:nvSpPr>
          <p:cNvPr id="110" name="t"/>
          <p:cNvSpPr txBox="1"/>
          <p:nvPr/>
        </p:nvSpPr>
        <p:spPr>
          <a:xfrm>
            <a:off x="532000" y="3180000"/>
            <a:ext cx="2820000" cy="53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lang="en-US" sz="950" i="1">
                <a:solidFill>
                  <a:srgbClr val="13749B"/>
                </a:solidFill>
              </a:rPr>
              <a:t>VS Code, Git, Databricks CLI, optional .venv</a:t>
            </a:r>
          </a:p>
          <a:p>
            <a:pPr algn="l">
              <a:lnSpc>
                <a:spcPct val="108000"/>
              </a:lnSpc>
            </a:pPr>
            <a:r>
              <a:rPr lang="en-US" sz="950">
                <a:solidFill>
                  <a:srgbClr val="5B6B7B"/>
                </a:solidFill>
              </a:rPr>
              <a:t>Used to edit, test, validate, and deploy</a:t>
            </a:r>
          </a:p>
        </p:txBody>
      </p:sp>
      <p:sp>
        <p:nvSpPr>
          <p:cNvPr id="111" name="ar"/>
          <p:cNvSpPr/>
          <p:nvPr/>
        </p:nvSpPr>
        <p:spPr>
          <a:xfrm>
            <a:off x="1832000" y="3810000"/>
            <a:ext cx="200000" cy="30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13749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"/>
          <p:cNvSpPr txBox="1"/>
          <p:nvPr/>
        </p:nvSpPr>
        <p:spPr>
          <a:xfrm>
            <a:off x="2062000" y="3840000"/>
            <a:ext cx="1600000" cy="24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l"/>
            <a:r>
              <a:rPr lang="en-US" sz="1000" i="1">
                <a:solidFill>
                  <a:srgbClr val="13749B"/>
                </a:solidFill>
              </a:rPr>
              <a:t>bundle deploy</a:t>
            </a:r>
          </a:p>
        </p:txBody>
      </p:sp>
      <p:sp>
        <p:nvSpPr>
          <p:cNvPr id="113" name="card"/>
          <p:cNvSpPr/>
          <p:nvPr/>
        </p:nvSpPr>
        <p:spPr>
          <a:xfrm>
            <a:off x="372000" y="4190000"/>
            <a:ext cx="3120000" cy="12000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b"/>
          <p:cNvSpPr/>
          <p:nvPr/>
        </p:nvSpPr>
        <p:spPr>
          <a:xfrm>
            <a:off x="492000" y="4340000"/>
            <a:ext cx="300000" cy="300000"/>
          </a:xfrm>
          <a:prstGeom prst="ellipse">
            <a:avLst/>
          </a:prstGeom>
          <a:solidFill>
            <a:srgbClr val="0B3C5D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5" name="t"/>
          <p:cNvSpPr txBox="1"/>
          <p:nvPr/>
        </p:nvSpPr>
        <p:spPr>
          <a:xfrm>
            <a:off x="852000" y="4340000"/>
            <a:ext cx="2580000" cy="3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l"/>
            <a:r>
              <a:rPr lang="en-US" sz="1150" b="1">
                <a:solidFill>
                  <a:srgbClr val="0B3C5D"/>
                </a:solidFill>
              </a:rPr>
              <a:t>DATABRICKS WORKSPACE</a:t>
            </a:r>
          </a:p>
        </p:txBody>
      </p:sp>
      <p:sp>
        <p:nvSpPr>
          <p:cNvPr id="116" name="t"/>
          <p:cNvSpPr txBox="1"/>
          <p:nvPr/>
        </p:nvSpPr>
        <p:spPr>
          <a:xfrm>
            <a:off x="532000" y="4750000"/>
            <a:ext cx="2820000" cy="58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lang="en-US" sz="950">
                <a:solidFill>
                  <a:srgbClr val="5B6B7B"/>
                </a:solidFill>
              </a:rPr>
              <a:t>Lakeflow Jobs &amp; Pipelines, metadata tables, Bronze / Silver / Gold, audit, and monitoring</a:t>
            </a:r>
          </a:p>
        </p:txBody>
      </p:sp>
      <p:sp>
        <p:nvSpPr>
          <p:cNvPr id="118" name="card"/>
          <p:cNvSpPr/>
          <p:nvPr/>
        </p:nvSpPr>
        <p:spPr>
          <a:xfrm>
            <a:off x="372000" y="6122000"/>
            <a:ext cx="8388000" cy="300000"/>
          </a:xfrm>
          <a:prstGeom prst="roundRect">
            <a:avLst>
              <a:gd name="adj" fmla="val 24000"/>
            </a:avLst>
          </a:prstGeom>
          <a:solidFill>
            <a:srgbClr val="EAF2F6"/>
          </a:solidFill>
          <a:ln w="9525">
            <a:solidFill>
              <a:srgbClr val="CFE0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t"/>
          <p:cNvSpPr txBox="1"/>
          <p:nvPr/>
        </p:nvSpPr>
        <p:spPr>
          <a:xfrm>
            <a:off x="372000" y="6122000"/>
            <a:ext cx="8388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13749B"/>
                </a:solidFill>
              </a:rPr>
              <a:t>VS Code</a:t>
            </a:r>
            <a:r>
              <a:rPr lang="en-US" sz="1000">
                <a:solidFill>
                  <a:srgbClr val="4A5A6A"/>
                </a:solidFill>
              </a:rPr>
              <a:t> is the development environment.   </a:t>
            </a:r>
            <a:r>
              <a:rPr lang="en-US" sz="1000" b="1">
                <a:solidFill>
                  <a:srgbClr val="13749B"/>
                </a:solidFill>
              </a:rPr>
              <a:t>Databricks</a:t>
            </a:r>
            <a:r>
              <a:rPr lang="en-US" sz="1000">
                <a:solidFill>
                  <a:srgbClr val="4A5A6A"/>
                </a:solidFill>
              </a:rPr>
              <a:t> is the runtime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222499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41C24-D58D-EDD1-E19B-8EF92028E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00" y="220000"/>
            <a:ext cx="8400000" cy="560000"/>
          </a:xfrm>
        </p:spPr>
        <p:txBody>
          <a:bodyPr>
            <a:normAutofit/>
          </a:bodyPr>
          <a:lstStyle/>
          <a:p>
            <a:pPr algn="ctr"/>
            <a:r>
              <a:rPr lang="en-US" sz="2600">
                <a:solidFill>
                  <a:srgbClr val="082F49"/>
                </a:solidFill>
              </a:rPr>
              <a:t>The LEGO Design Philosophy</a:t>
            </a:r>
          </a:p>
        </p:txBody>
      </p:sp>
      <p:sp>
        <p:nvSpPr>
          <p:cNvPr id="172" name="t"/>
          <p:cNvSpPr txBox="1"/>
          <p:nvPr/>
        </p:nvSpPr>
        <p:spPr>
          <a:xfrm>
            <a:off x="372000" y="830000"/>
            <a:ext cx="8400000" cy="62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12000"/>
              </a:lnSpc>
            </a:pPr>
            <a:r>
              <a:rPr lang="en-US" sz="1250">
                <a:solidFill>
                  <a:srgbClr val="0B3C5D"/>
                </a:solidFill>
              </a:rPr>
              <a:t>The framework is built as interchangeable LEGO bricks. Each brick is self-contained, well-defined, and replaceable. </a:t>
            </a:r>
          </a:p>
          <a:p>
            <a:pPr algn="ctr">
              <a:lnSpc>
                <a:spcPct val="112000"/>
              </a:lnSpc>
            </a:pPr>
            <a:r>
              <a:rPr lang="en-US" sz="1250">
                <a:solidFill>
                  <a:srgbClr val="5B6B7B"/>
                </a:solidFill>
              </a:rPr>
              <a:t>Metadata controls which bricks activate and how they connect, swapping one brick does not require redesigning the rest.</a:t>
            </a:r>
          </a:p>
        </p:txBody>
      </p:sp>
      <p:sp>
        <p:nvSpPr>
          <p:cNvPr id="100" name="card"/>
          <p:cNvSpPr/>
          <p:nvPr/>
        </p:nvSpPr>
        <p:spPr>
          <a:xfrm>
            <a:off x="372000" y="164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6EBEE"/>
          </a:solidFill>
          <a:ln w="15875">
            <a:solidFill>
              <a:srgbClr val="0B3C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stud"/>
          <p:cNvSpPr/>
          <p:nvPr/>
        </p:nvSpPr>
        <p:spPr>
          <a:xfrm>
            <a:off x="731280" y="1565000"/>
            <a:ext cx="150000" cy="1500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stud"/>
          <p:cNvSpPr/>
          <p:nvPr/>
        </p:nvSpPr>
        <p:spPr>
          <a:xfrm>
            <a:off x="1126080" y="1565000"/>
            <a:ext cx="150000" cy="1500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stud"/>
          <p:cNvSpPr/>
          <p:nvPr/>
        </p:nvSpPr>
        <p:spPr>
          <a:xfrm>
            <a:off x="1520880" y="1565000"/>
            <a:ext cx="150000" cy="1500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stud"/>
          <p:cNvSpPr/>
          <p:nvPr/>
        </p:nvSpPr>
        <p:spPr>
          <a:xfrm>
            <a:off x="1915680" y="1565000"/>
            <a:ext cx="150000" cy="1500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t"/>
          <p:cNvSpPr txBox="1"/>
          <p:nvPr/>
        </p:nvSpPr>
        <p:spPr>
          <a:xfrm>
            <a:off x="372000" y="179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0B3C5D"/>
                </a:solidFill>
              </a:rPr>
              <a:t>CONNECTORS</a:t>
            </a:r>
          </a:p>
        </p:txBody>
      </p:sp>
      <p:cxnSp>
        <p:nvCxnSpPr>
          <p:cNvPr id="107" name="dv"/>
          <p:cNvCxnSpPr/>
          <p:nvPr/>
        </p:nvCxnSpPr>
        <p:spPr>
          <a:xfrm>
            <a:off x="552000" y="2081296"/>
            <a:ext cx="1614000" cy="0"/>
          </a:xfrm>
          <a:prstGeom prst="line">
            <a:avLst/>
          </a:prstGeom>
          <a:ln w="9525">
            <a:solidFill>
              <a:srgbClr val="0B3C5D"/>
            </a:solidFill>
          </a:ln>
        </p:spPr>
      </p:cxnSp>
      <p:sp>
        <p:nvSpPr>
          <p:cNvPr id="108" name="t"/>
          <p:cNvSpPr txBox="1"/>
          <p:nvPr/>
        </p:nvSpPr>
        <p:spPr>
          <a:xfrm>
            <a:off x="442000" y="2167922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Stream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Flat Files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DBs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APIs</a:t>
            </a:r>
          </a:p>
        </p:txBody>
      </p:sp>
      <p:sp>
        <p:nvSpPr>
          <p:cNvPr id="109" name="card"/>
          <p:cNvSpPr/>
          <p:nvPr/>
        </p:nvSpPr>
        <p:spPr>
          <a:xfrm>
            <a:off x="2514000" y="164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7F1F5"/>
          </a:solidFill>
          <a:ln w="15875">
            <a:solidFill>
              <a:srgbClr val="13749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tud"/>
          <p:cNvSpPr/>
          <p:nvPr/>
        </p:nvSpPr>
        <p:spPr>
          <a:xfrm>
            <a:off x="2873280" y="1565000"/>
            <a:ext cx="150000" cy="150000"/>
          </a:xfrm>
          <a:prstGeom prst="ellipse">
            <a:avLst/>
          </a:prstGeom>
          <a:solidFill>
            <a:srgbClr val="13749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stud"/>
          <p:cNvSpPr/>
          <p:nvPr/>
        </p:nvSpPr>
        <p:spPr>
          <a:xfrm>
            <a:off x="3268080" y="1565000"/>
            <a:ext cx="150000" cy="150000"/>
          </a:xfrm>
          <a:prstGeom prst="ellipse">
            <a:avLst/>
          </a:prstGeom>
          <a:solidFill>
            <a:srgbClr val="13749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stud"/>
          <p:cNvSpPr/>
          <p:nvPr/>
        </p:nvSpPr>
        <p:spPr>
          <a:xfrm>
            <a:off x="3662880" y="1565000"/>
            <a:ext cx="150000" cy="150000"/>
          </a:xfrm>
          <a:prstGeom prst="ellipse">
            <a:avLst/>
          </a:prstGeom>
          <a:solidFill>
            <a:srgbClr val="13749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stud"/>
          <p:cNvSpPr/>
          <p:nvPr/>
        </p:nvSpPr>
        <p:spPr>
          <a:xfrm>
            <a:off x="4057680" y="1565000"/>
            <a:ext cx="150000" cy="150000"/>
          </a:xfrm>
          <a:prstGeom prst="ellipse">
            <a:avLst/>
          </a:prstGeom>
          <a:solidFill>
            <a:srgbClr val="13749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4" name="t"/>
          <p:cNvSpPr txBox="1"/>
          <p:nvPr/>
        </p:nvSpPr>
        <p:spPr>
          <a:xfrm>
            <a:off x="2514000" y="179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13749B"/>
                </a:solidFill>
              </a:rPr>
              <a:t>INGESTION</a:t>
            </a:r>
          </a:p>
        </p:txBody>
      </p:sp>
      <p:cxnSp>
        <p:nvCxnSpPr>
          <p:cNvPr id="116" name="dv"/>
          <p:cNvCxnSpPr/>
          <p:nvPr/>
        </p:nvCxnSpPr>
        <p:spPr>
          <a:xfrm>
            <a:off x="2694000" y="2081296"/>
            <a:ext cx="1614000" cy="0"/>
          </a:xfrm>
          <a:prstGeom prst="line">
            <a:avLst/>
          </a:prstGeom>
          <a:ln w="9525">
            <a:solidFill>
              <a:srgbClr val="13749B"/>
            </a:solidFill>
          </a:ln>
        </p:spPr>
      </p:cxnSp>
      <p:sp>
        <p:nvSpPr>
          <p:cNvPr id="117" name="t"/>
          <p:cNvSpPr txBox="1"/>
          <p:nvPr/>
        </p:nvSpPr>
        <p:spPr>
          <a:xfrm>
            <a:off x="2584000" y="2185759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Auto Loader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JDBC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LF Connect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Kafka Conn.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API Conn.</a:t>
            </a:r>
          </a:p>
        </p:txBody>
      </p:sp>
      <p:sp>
        <p:nvSpPr>
          <p:cNvPr id="118" name="card"/>
          <p:cNvSpPr/>
          <p:nvPr/>
        </p:nvSpPr>
        <p:spPr>
          <a:xfrm>
            <a:off x="4656000" y="164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6F1F2"/>
          </a:solidFill>
          <a:ln w="15875">
            <a:solidFill>
              <a:srgbClr val="0E7C8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tud"/>
          <p:cNvSpPr/>
          <p:nvPr/>
        </p:nvSpPr>
        <p:spPr>
          <a:xfrm>
            <a:off x="5015280" y="1565000"/>
            <a:ext cx="150000" cy="1500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0" name="stud"/>
          <p:cNvSpPr/>
          <p:nvPr/>
        </p:nvSpPr>
        <p:spPr>
          <a:xfrm>
            <a:off x="5410080" y="1565000"/>
            <a:ext cx="150000" cy="1500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stud"/>
          <p:cNvSpPr/>
          <p:nvPr/>
        </p:nvSpPr>
        <p:spPr>
          <a:xfrm>
            <a:off x="5804880" y="1565000"/>
            <a:ext cx="150000" cy="1500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stud"/>
          <p:cNvSpPr/>
          <p:nvPr/>
        </p:nvSpPr>
        <p:spPr>
          <a:xfrm>
            <a:off x="6199680" y="1565000"/>
            <a:ext cx="150000" cy="1500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3" name="t"/>
          <p:cNvSpPr txBox="1"/>
          <p:nvPr/>
        </p:nvSpPr>
        <p:spPr>
          <a:xfrm>
            <a:off x="4656000" y="179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0E7C86"/>
                </a:solidFill>
              </a:rPr>
              <a:t>METADATA</a:t>
            </a:r>
          </a:p>
        </p:txBody>
      </p:sp>
      <p:cxnSp>
        <p:nvCxnSpPr>
          <p:cNvPr id="125" name="dv"/>
          <p:cNvCxnSpPr/>
          <p:nvPr/>
        </p:nvCxnSpPr>
        <p:spPr>
          <a:xfrm>
            <a:off x="4836000" y="2090219"/>
            <a:ext cx="1614000" cy="0"/>
          </a:xfrm>
          <a:prstGeom prst="line">
            <a:avLst/>
          </a:prstGeom>
          <a:ln w="9525">
            <a:solidFill>
              <a:srgbClr val="0E7C86"/>
            </a:solidFill>
          </a:ln>
        </p:spPr>
      </p:cxnSp>
      <p:sp>
        <p:nvSpPr>
          <p:cNvPr id="126" name="t"/>
          <p:cNvSpPr txBox="1"/>
          <p:nvPr/>
        </p:nvSpPr>
        <p:spPr>
          <a:xfrm>
            <a:off x="4726000" y="2176836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 err="1">
                <a:solidFill>
                  <a:srgbClr val="0E7C86"/>
                </a:solidFill>
                <a:latin typeface="Consolas"/>
              </a:rPr>
              <a:t>source_config</a:t>
            </a:r>
            <a:endParaRPr lang="en-US" sz="900">
              <a:solidFill>
                <a:srgbClr val="0E7C86"/>
              </a:solidFill>
              <a:latin typeface="Consolas"/>
            </a:endParaRPr>
          </a:p>
          <a:p>
            <a:pPr algn="ctr">
              <a:lnSpc>
                <a:spcPct val="150000"/>
              </a:lnSpc>
            </a:pPr>
            <a:r>
              <a:rPr lang="en-US" sz="900" err="1">
                <a:solidFill>
                  <a:srgbClr val="0E7C86"/>
                </a:solidFill>
                <a:latin typeface="Consolas"/>
              </a:rPr>
              <a:t>object_config</a:t>
            </a:r>
            <a:endParaRPr lang="en-US" sz="900">
              <a:solidFill>
                <a:srgbClr val="0E7C86"/>
              </a:solidFill>
              <a:latin typeface="Consolas"/>
            </a:endParaRPr>
          </a:p>
          <a:p>
            <a:pPr algn="ctr">
              <a:lnSpc>
                <a:spcPct val="150000"/>
              </a:lnSpc>
            </a:pPr>
            <a:r>
              <a:rPr lang="en-US" sz="900" err="1">
                <a:solidFill>
                  <a:srgbClr val="0E7C86"/>
                </a:solidFill>
                <a:latin typeface="Consolas"/>
              </a:rPr>
              <a:t>column_config</a:t>
            </a:r>
            <a:endParaRPr lang="en-US" sz="900">
              <a:solidFill>
                <a:srgbClr val="0E7C86"/>
              </a:solidFill>
              <a:latin typeface="Consolas"/>
            </a:endParaRPr>
          </a:p>
          <a:p>
            <a:pPr algn="ctr">
              <a:lnSpc>
                <a:spcPct val="150000"/>
              </a:lnSpc>
            </a:pPr>
            <a:r>
              <a:rPr lang="en-US" sz="900" err="1">
                <a:solidFill>
                  <a:srgbClr val="0E7C86"/>
                </a:solidFill>
                <a:latin typeface="Consolas"/>
              </a:rPr>
              <a:t>quality_rules</a:t>
            </a:r>
            <a:endParaRPr lang="en-US" sz="900">
              <a:solidFill>
                <a:srgbClr val="0E7C86"/>
              </a:solidFill>
              <a:latin typeface="Consolas"/>
            </a:endParaRPr>
          </a:p>
          <a:p>
            <a:pPr algn="ctr">
              <a:lnSpc>
                <a:spcPct val="150000"/>
              </a:lnSpc>
            </a:pPr>
            <a:r>
              <a:rPr lang="en-US" sz="900" err="1">
                <a:solidFill>
                  <a:srgbClr val="0E7C86"/>
                </a:solidFill>
                <a:latin typeface="Consolas"/>
              </a:rPr>
              <a:t>gold_config</a:t>
            </a:r>
            <a:endParaRPr lang="en-US" sz="900">
              <a:solidFill>
                <a:srgbClr val="0E7C86"/>
              </a:solidFill>
              <a:latin typeface="Consolas"/>
            </a:endParaRPr>
          </a:p>
        </p:txBody>
      </p:sp>
      <p:sp>
        <p:nvSpPr>
          <p:cNvPr id="127" name="card"/>
          <p:cNvSpPr/>
          <p:nvPr/>
        </p:nvSpPr>
        <p:spPr>
          <a:xfrm>
            <a:off x="6798000" y="164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 w="15875">
            <a:solidFill>
              <a:srgbClr val="1B6C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tud"/>
          <p:cNvSpPr/>
          <p:nvPr/>
        </p:nvSpPr>
        <p:spPr>
          <a:xfrm>
            <a:off x="7157280" y="1565000"/>
            <a:ext cx="150000" cy="1500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" name="stud"/>
          <p:cNvSpPr/>
          <p:nvPr/>
        </p:nvSpPr>
        <p:spPr>
          <a:xfrm>
            <a:off x="7552080" y="1565000"/>
            <a:ext cx="150000" cy="1500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stud"/>
          <p:cNvSpPr/>
          <p:nvPr/>
        </p:nvSpPr>
        <p:spPr>
          <a:xfrm>
            <a:off x="7946880" y="1565000"/>
            <a:ext cx="150000" cy="1500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stud"/>
          <p:cNvSpPr/>
          <p:nvPr/>
        </p:nvSpPr>
        <p:spPr>
          <a:xfrm>
            <a:off x="8341680" y="1565000"/>
            <a:ext cx="150000" cy="1500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2" name="t"/>
          <p:cNvSpPr txBox="1"/>
          <p:nvPr/>
        </p:nvSpPr>
        <p:spPr>
          <a:xfrm>
            <a:off x="6798000" y="179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1B6CA8"/>
                </a:solidFill>
              </a:rPr>
              <a:t>ORCHESTRATION</a:t>
            </a:r>
          </a:p>
        </p:txBody>
      </p:sp>
      <p:cxnSp>
        <p:nvCxnSpPr>
          <p:cNvPr id="134" name="dv"/>
          <p:cNvCxnSpPr/>
          <p:nvPr/>
        </p:nvCxnSpPr>
        <p:spPr>
          <a:xfrm>
            <a:off x="6978000" y="2099136"/>
            <a:ext cx="1614000" cy="0"/>
          </a:xfrm>
          <a:prstGeom prst="line">
            <a:avLst/>
          </a:prstGeom>
          <a:ln w="9525">
            <a:solidFill>
              <a:srgbClr val="1B6CA8"/>
            </a:solidFill>
          </a:ln>
        </p:spPr>
      </p:cxnSp>
      <p:sp>
        <p:nvSpPr>
          <p:cNvPr id="135" name="t"/>
          <p:cNvSpPr txBox="1"/>
          <p:nvPr/>
        </p:nvSpPr>
        <p:spPr>
          <a:xfrm>
            <a:off x="6868000" y="2176839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 err="1">
                <a:solidFill>
                  <a:srgbClr val="4A5A6A"/>
                </a:solidFill>
              </a:rPr>
              <a:t>Lakeflow</a:t>
            </a:r>
            <a:r>
              <a:rPr lang="en-US" sz="900">
                <a:solidFill>
                  <a:srgbClr val="4A5A6A"/>
                </a:solidFill>
              </a:rPr>
              <a:t> Jobs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Schedule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Retry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Monitor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Alert</a:t>
            </a:r>
          </a:p>
        </p:txBody>
      </p:sp>
      <p:sp>
        <p:nvSpPr>
          <p:cNvPr id="136" name="card"/>
          <p:cNvSpPr/>
          <p:nvPr/>
        </p:nvSpPr>
        <p:spPr>
          <a:xfrm>
            <a:off x="1473664" y="4200171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F7F1EB"/>
          </a:solidFill>
          <a:ln w="15875">
            <a:solidFill>
              <a:srgbClr val="B07B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tud"/>
          <p:cNvSpPr/>
          <p:nvPr/>
        </p:nvSpPr>
        <p:spPr>
          <a:xfrm>
            <a:off x="1766703" y="4125171"/>
            <a:ext cx="150000" cy="150000"/>
          </a:xfrm>
          <a:prstGeom prst="ellipse">
            <a:avLst/>
          </a:prstGeom>
          <a:solidFill>
            <a:srgbClr val="B07B3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8" name="stud"/>
          <p:cNvSpPr/>
          <p:nvPr/>
        </p:nvSpPr>
        <p:spPr>
          <a:xfrm>
            <a:off x="2161503" y="4125171"/>
            <a:ext cx="150000" cy="150000"/>
          </a:xfrm>
          <a:prstGeom prst="ellipse">
            <a:avLst/>
          </a:prstGeom>
          <a:solidFill>
            <a:srgbClr val="B07B3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9" name="stud"/>
          <p:cNvSpPr/>
          <p:nvPr/>
        </p:nvSpPr>
        <p:spPr>
          <a:xfrm>
            <a:off x="2556303" y="4125171"/>
            <a:ext cx="150000" cy="150000"/>
          </a:xfrm>
          <a:prstGeom prst="ellipse">
            <a:avLst/>
          </a:prstGeom>
          <a:solidFill>
            <a:srgbClr val="B07B3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0" name="stud"/>
          <p:cNvSpPr/>
          <p:nvPr/>
        </p:nvSpPr>
        <p:spPr>
          <a:xfrm>
            <a:off x="2951103" y="4125171"/>
            <a:ext cx="150000" cy="150000"/>
          </a:xfrm>
          <a:prstGeom prst="ellipse">
            <a:avLst/>
          </a:prstGeom>
          <a:solidFill>
            <a:srgbClr val="B07B3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1" name="t"/>
          <p:cNvSpPr txBox="1"/>
          <p:nvPr/>
        </p:nvSpPr>
        <p:spPr>
          <a:xfrm>
            <a:off x="1407424" y="4350171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B07B3A"/>
                </a:solidFill>
              </a:rPr>
              <a:t>TRANSFORMATION</a:t>
            </a:r>
          </a:p>
        </p:txBody>
      </p:sp>
      <p:cxnSp>
        <p:nvCxnSpPr>
          <p:cNvPr id="143" name="dv"/>
          <p:cNvCxnSpPr/>
          <p:nvPr/>
        </p:nvCxnSpPr>
        <p:spPr>
          <a:xfrm>
            <a:off x="1587424" y="4659314"/>
            <a:ext cx="1614000" cy="0"/>
          </a:xfrm>
          <a:prstGeom prst="line">
            <a:avLst/>
          </a:prstGeom>
          <a:ln w="9525">
            <a:solidFill>
              <a:srgbClr val="B07B3A"/>
            </a:solidFill>
          </a:ln>
        </p:spPr>
      </p:cxnSp>
      <p:sp>
        <p:nvSpPr>
          <p:cNvPr id="144" name="t"/>
          <p:cNvSpPr txBox="1"/>
          <p:nvPr/>
        </p:nvSpPr>
        <p:spPr>
          <a:xfrm>
            <a:off x="1473664" y="4677343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Operators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  <a:ea typeface="Calibri"/>
                <a:cs typeface="Calibri"/>
              </a:rPr>
              <a:t>Custom Transformations</a:t>
            </a:r>
          </a:p>
        </p:txBody>
      </p:sp>
      <p:sp>
        <p:nvSpPr>
          <p:cNvPr id="145" name="card"/>
          <p:cNvSpPr/>
          <p:nvPr/>
        </p:nvSpPr>
        <p:spPr>
          <a:xfrm>
            <a:off x="3549424" y="4200171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BF3EE"/>
          </a:solidFill>
          <a:ln w="15875">
            <a:solidFill>
              <a:srgbClr val="3C8C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tud"/>
          <p:cNvSpPr/>
          <p:nvPr/>
        </p:nvSpPr>
        <p:spPr>
          <a:xfrm>
            <a:off x="3908704" y="4125171"/>
            <a:ext cx="150000" cy="150000"/>
          </a:xfrm>
          <a:prstGeom prst="ellipse">
            <a:avLst/>
          </a:prstGeom>
          <a:solidFill>
            <a:srgbClr val="3C8C5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7" name="stud"/>
          <p:cNvSpPr/>
          <p:nvPr/>
        </p:nvSpPr>
        <p:spPr>
          <a:xfrm>
            <a:off x="4303504" y="4125171"/>
            <a:ext cx="150000" cy="150000"/>
          </a:xfrm>
          <a:prstGeom prst="ellipse">
            <a:avLst/>
          </a:prstGeom>
          <a:solidFill>
            <a:srgbClr val="3C8C5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8" name="stud"/>
          <p:cNvSpPr/>
          <p:nvPr/>
        </p:nvSpPr>
        <p:spPr>
          <a:xfrm>
            <a:off x="4698304" y="4125171"/>
            <a:ext cx="150000" cy="150000"/>
          </a:xfrm>
          <a:prstGeom prst="ellipse">
            <a:avLst/>
          </a:prstGeom>
          <a:solidFill>
            <a:srgbClr val="3C8C5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9" name="stud"/>
          <p:cNvSpPr/>
          <p:nvPr/>
        </p:nvSpPr>
        <p:spPr>
          <a:xfrm>
            <a:off x="5093104" y="4125171"/>
            <a:ext cx="150000" cy="150000"/>
          </a:xfrm>
          <a:prstGeom prst="ellipse">
            <a:avLst/>
          </a:prstGeom>
          <a:solidFill>
            <a:srgbClr val="3C8C5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0" name="t"/>
          <p:cNvSpPr txBox="1"/>
          <p:nvPr/>
        </p:nvSpPr>
        <p:spPr>
          <a:xfrm>
            <a:off x="3549424" y="4350171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3C8C5A"/>
                </a:solidFill>
              </a:rPr>
              <a:t>QUALITY</a:t>
            </a:r>
          </a:p>
        </p:txBody>
      </p:sp>
      <p:cxnSp>
        <p:nvCxnSpPr>
          <p:cNvPr id="152" name="dv"/>
          <p:cNvCxnSpPr/>
          <p:nvPr/>
        </p:nvCxnSpPr>
        <p:spPr>
          <a:xfrm>
            <a:off x="3729423" y="4641467"/>
            <a:ext cx="1614000" cy="0"/>
          </a:xfrm>
          <a:prstGeom prst="line">
            <a:avLst/>
          </a:prstGeom>
          <a:ln w="9525">
            <a:solidFill>
              <a:srgbClr val="3C8C5A"/>
            </a:solidFill>
          </a:ln>
        </p:spPr>
      </p:cxnSp>
      <p:sp>
        <p:nvSpPr>
          <p:cNvPr id="153" name="t"/>
          <p:cNvSpPr txBox="1"/>
          <p:nvPr/>
        </p:nvSpPr>
        <p:spPr>
          <a:xfrm>
            <a:off x="3619423" y="4695149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Rule engine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SQL </a:t>
            </a:r>
            <a:r>
              <a:rPr lang="en-US" sz="900" err="1">
                <a:solidFill>
                  <a:srgbClr val="4A5A6A"/>
                </a:solidFill>
              </a:rPr>
              <a:t>booleans</a:t>
            </a:r>
            <a:endParaRPr lang="en-US" sz="900">
              <a:solidFill>
                <a:srgbClr val="4A5A6A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Quarantine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Warn / Drop</a:t>
            </a:r>
          </a:p>
        </p:txBody>
      </p:sp>
      <p:sp>
        <p:nvSpPr>
          <p:cNvPr id="154" name="card"/>
          <p:cNvSpPr/>
          <p:nvPr/>
        </p:nvSpPr>
        <p:spPr>
          <a:xfrm>
            <a:off x="5691424" y="4200171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CF0F6"/>
          </a:solidFill>
          <a:ln w="15875">
            <a:solidFill>
              <a:srgbClr val="4A6F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stud"/>
          <p:cNvSpPr/>
          <p:nvPr/>
        </p:nvSpPr>
        <p:spPr>
          <a:xfrm>
            <a:off x="6050704" y="4125171"/>
            <a:ext cx="150000" cy="1500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6" name="stud"/>
          <p:cNvSpPr/>
          <p:nvPr/>
        </p:nvSpPr>
        <p:spPr>
          <a:xfrm>
            <a:off x="6445504" y="4125171"/>
            <a:ext cx="150000" cy="1500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7" name="stud"/>
          <p:cNvSpPr/>
          <p:nvPr/>
        </p:nvSpPr>
        <p:spPr>
          <a:xfrm>
            <a:off x="6840304" y="4125171"/>
            <a:ext cx="150000" cy="1500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8" name="stud"/>
          <p:cNvSpPr/>
          <p:nvPr/>
        </p:nvSpPr>
        <p:spPr>
          <a:xfrm>
            <a:off x="7235104" y="4125171"/>
            <a:ext cx="150000" cy="1500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9" name="t"/>
          <p:cNvSpPr txBox="1"/>
          <p:nvPr/>
        </p:nvSpPr>
        <p:spPr>
          <a:xfrm>
            <a:off x="5691424" y="4350171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4A6FA5"/>
                </a:solidFill>
              </a:rPr>
              <a:t>AUDIT</a:t>
            </a:r>
          </a:p>
        </p:txBody>
      </p:sp>
      <p:cxnSp>
        <p:nvCxnSpPr>
          <p:cNvPr id="161" name="dv"/>
          <p:cNvCxnSpPr/>
          <p:nvPr/>
        </p:nvCxnSpPr>
        <p:spPr>
          <a:xfrm>
            <a:off x="5871424" y="4654853"/>
            <a:ext cx="1614000" cy="0"/>
          </a:xfrm>
          <a:prstGeom prst="line">
            <a:avLst/>
          </a:prstGeom>
          <a:ln w="9525">
            <a:solidFill>
              <a:srgbClr val="4A6FA5"/>
            </a:solidFill>
          </a:ln>
        </p:spPr>
      </p:cxnSp>
      <p:sp>
        <p:nvSpPr>
          <p:cNvPr id="162" name="t"/>
          <p:cNvSpPr txBox="1"/>
          <p:nvPr/>
        </p:nvSpPr>
        <p:spPr>
          <a:xfrm>
            <a:off x="5761424" y="4695149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 err="1">
                <a:solidFill>
                  <a:srgbClr val="4A6FA5"/>
                </a:solidFill>
                <a:latin typeface="Consolas"/>
              </a:rPr>
              <a:t>pipeline_audit</a:t>
            </a:r>
            <a:endParaRPr lang="en-US" sz="900">
              <a:solidFill>
                <a:srgbClr val="4A6FA5"/>
              </a:solidFill>
              <a:latin typeface="Consolas"/>
            </a:endParaRP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Metrics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Run history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Alerting</a:t>
            </a:r>
          </a:p>
        </p:txBody>
      </p:sp>
    </p:spTree>
    <p:extLst>
      <p:ext uri="{BB962C8B-B14F-4D97-AF65-F5344CB8AC3E}">
        <p14:creationId xmlns:p14="http://schemas.microsoft.com/office/powerpoint/2010/main" val="205639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000"/>
            <a:ext cx="8229600" cy="440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>
                <a:solidFill>
                  <a:srgbClr val="0B3C5D"/>
                </a:solidFill>
              </a:rPr>
              <a:t>End-to-End Runtime Flow</a:t>
            </a:r>
          </a:p>
        </p:txBody>
      </p:sp>
      <p:sp>
        <p:nvSpPr>
          <p:cNvPr id="100" name="c"/>
          <p:cNvSpPr/>
          <p:nvPr/>
        </p:nvSpPr>
        <p:spPr>
          <a:xfrm>
            <a:off x="470000" y="600000"/>
            <a:ext cx="8204000" cy="4300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"/>
          <p:cNvSpPr/>
          <p:nvPr/>
        </p:nvSpPr>
        <p:spPr>
          <a:xfrm>
            <a:off x="565000" y="670000"/>
            <a:ext cx="290000" cy="290000"/>
          </a:xfrm>
          <a:prstGeom prst="ellipse">
            <a:avLst/>
          </a:prstGeom>
          <a:solidFill>
            <a:srgbClr val="0B3C5D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t"/>
          <p:cNvSpPr txBox="1">
            <a:spLocks/>
          </p:cNvSpPr>
          <p:nvPr/>
        </p:nvSpPr>
        <p:spPr>
          <a:xfrm>
            <a:off x="940000" y="630000"/>
            <a:ext cx="7684000" cy="25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100" b="1">
                <a:solidFill>
                  <a:srgbClr val="0B3C5D"/>
                </a:solidFill>
              </a:rPr>
              <a:t>Source Systems</a:t>
            </a:r>
          </a:p>
        </p:txBody>
      </p:sp>
      <p:sp>
        <p:nvSpPr>
          <p:cNvPr id="103" name="t"/>
          <p:cNvSpPr txBox="1">
            <a:spLocks/>
          </p:cNvSpPr>
          <p:nvPr/>
        </p:nvSpPr>
        <p:spPr>
          <a:xfrm>
            <a:off x="940000" y="860000"/>
            <a:ext cx="7684000" cy="16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n-US" sz="850">
                <a:solidFill>
                  <a:srgbClr val="5B6B7B"/>
                </a:solidFill>
              </a:rPr>
              <a:t>Oracle  ·  SAP  ·  CSV / JSON  ·  Parquet  ·  Kafka  ·  API  ·  Salesforce</a:t>
            </a:r>
          </a:p>
        </p:txBody>
      </p:sp>
      <p:sp>
        <p:nvSpPr>
          <p:cNvPr id="104" name="a"/>
          <p:cNvSpPr/>
          <p:nvPr/>
        </p:nvSpPr>
        <p:spPr>
          <a:xfrm flipV="1">
            <a:off x="4507000" y="1033000"/>
            <a:ext cx="130000" cy="52000"/>
          </a:xfrm>
          <a:prstGeom prst="triangle">
            <a:avLst/>
          </a:prstGeom>
          <a:solidFill>
            <a:srgbClr val="8FA6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c"/>
          <p:cNvSpPr/>
          <p:nvPr/>
        </p:nvSpPr>
        <p:spPr>
          <a:xfrm>
            <a:off x="470000" y="1088000"/>
            <a:ext cx="8204000" cy="5600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b"/>
          <p:cNvSpPr/>
          <p:nvPr/>
        </p:nvSpPr>
        <p:spPr>
          <a:xfrm>
            <a:off x="565000" y="1223000"/>
            <a:ext cx="290000" cy="290000"/>
          </a:xfrm>
          <a:prstGeom prst="ellipse">
            <a:avLst/>
          </a:prstGeom>
          <a:solidFill>
            <a:srgbClr val="13749B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t"/>
          <p:cNvSpPr txBox="1">
            <a:spLocks/>
          </p:cNvSpPr>
          <p:nvPr/>
        </p:nvSpPr>
        <p:spPr>
          <a:xfrm>
            <a:off x="940000" y="1118000"/>
            <a:ext cx="7684000" cy="25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100" b="1">
                <a:solidFill>
                  <a:srgbClr val="0B3C5D"/>
                </a:solidFill>
              </a:rPr>
              <a:t>Metadata Configuration</a:t>
            </a:r>
            <a:r>
              <a:rPr lang="en-US" sz="800" i="1">
                <a:solidFill>
                  <a:srgbClr val="1B7A96"/>
                </a:solidFill>
              </a:rPr>
              <a:t>   populated by DE team</a:t>
            </a:r>
          </a:p>
        </p:txBody>
      </p:sp>
      <p:sp>
        <p:nvSpPr>
          <p:cNvPr id="108" name="t"/>
          <p:cNvSpPr txBox="1"/>
          <p:nvPr/>
        </p:nvSpPr>
        <p:spPr>
          <a:xfrm>
            <a:off x="940000" y="1348000"/>
            <a:ext cx="7684000" cy="2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n-US" sz="850" err="1">
                <a:solidFill>
                  <a:srgbClr val="5B6B7B"/>
                </a:solidFill>
              </a:rPr>
              <a:t>source_config</a:t>
            </a:r>
            <a:r>
              <a:rPr lang="en-US" sz="850">
                <a:solidFill>
                  <a:srgbClr val="5B6B7B"/>
                </a:solidFill>
              </a:rPr>
              <a:t>  ·  </a:t>
            </a:r>
            <a:r>
              <a:rPr lang="en-US" sz="850" err="1">
                <a:solidFill>
                  <a:srgbClr val="5B6B7B"/>
                </a:solidFill>
              </a:rPr>
              <a:t>object_config</a:t>
            </a:r>
            <a:r>
              <a:rPr lang="en-US" sz="850">
                <a:solidFill>
                  <a:srgbClr val="5B6B7B"/>
                </a:solidFill>
              </a:rPr>
              <a:t>  ·  </a:t>
            </a:r>
            <a:r>
              <a:rPr lang="en-US" sz="850" err="1">
                <a:solidFill>
                  <a:srgbClr val="5B6B7B"/>
                </a:solidFill>
              </a:rPr>
              <a:t>column_config</a:t>
            </a:r>
            <a:endParaRPr lang="en-US" sz="850">
              <a:solidFill>
                <a:srgbClr val="5B6B7B"/>
              </a:solidFill>
            </a:endParaRPr>
          </a:p>
          <a:p>
            <a:pPr algn="l">
              <a:lnSpc>
                <a:spcPct val="102000"/>
              </a:lnSpc>
            </a:pPr>
            <a:r>
              <a:rPr lang="en-US" sz="850" err="1">
                <a:solidFill>
                  <a:srgbClr val="5B6B7B"/>
                </a:solidFill>
              </a:rPr>
              <a:t>quality_rule_config</a:t>
            </a:r>
            <a:r>
              <a:rPr lang="en-US" sz="850">
                <a:solidFill>
                  <a:srgbClr val="5B6B7B"/>
                </a:solidFill>
              </a:rPr>
              <a:t>  ·  </a:t>
            </a:r>
            <a:r>
              <a:rPr lang="en-US" sz="850" err="1">
                <a:solidFill>
                  <a:srgbClr val="5B6B7B"/>
                </a:solidFill>
              </a:rPr>
              <a:t>gold_model_config</a:t>
            </a:r>
            <a:endParaRPr lang="en-US" sz="850">
              <a:solidFill>
                <a:srgbClr val="5B6B7B"/>
              </a:solidFill>
            </a:endParaRPr>
          </a:p>
        </p:txBody>
      </p:sp>
      <p:sp>
        <p:nvSpPr>
          <p:cNvPr id="109" name="a"/>
          <p:cNvSpPr/>
          <p:nvPr/>
        </p:nvSpPr>
        <p:spPr>
          <a:xfrm flipV="1">
            <a:off x="4507000" y="1651000"/>
            <a:ext cx="130000" cy="52000"/>
          </a:xfrm>
          <a:prstGeom prst="triangle">
            <a:avLst/>
          </a:prstGeom>
          <a:solidFill>
            <a:srgbClr val="8FA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c"/>
          <p:cNvSpPr/>
          <p:nvPr/>
        </p:nvSpPr>
        <p:spPr>
          <a:xfrm>
            <a:off x="470000" y="1706000"/>
            <a:ext cx="8204000" cy="6700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b"/>
          <p:cNvSpPr/>
          <p:nvPr/>
        </p:nvSpPr>
        <p:spPr>
          <a:xfrm>
            <a:off x="565000" y="1896000"/>
            <a:ext cx="290000" cy="290000"/>
          </a:xfrm>
          <a:prstGeom prst="ellipse">
            <a:avLst/>
          </a:prstGeom>
          <a:solidFill>
            <a:srgbClr val="13749B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2" name="t"/>
          <p:cNvSpPr txBox="1"/>
          <p:nvPr/>
        </p:nvSpPr>
        <p:spPr>
          <a:xfrm>
            <a:off x="940000" y="1736000"/>
            <a:ext cx="7684000" cy="25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100" b="1">
                <a:solidFill>
                  <a:srgbClr val="0B3C5D"/>
                </a:solidFill>
              </a:rPr>
              <a:t>Lakeflow Job</a:t>
            </a:r>
            <a:r>
              <a:rPr lang="en-US" sz="800" i="1">
                <a:solidFill>
                  <a:srgbClr val="1B7A96"/>
                </a:solidFill>
              </a:rPr>
              <a:t>   Orchestration LEGO</a:t>
            </a:r>
          </a:p>
        </p:txBody>
      </p:sp>
      <p:sp>
        <p:nvSpPr>
          <p:cNvPr id="113" name="t"/>
          <p:cNvSpPr txBox="1"/>
          <p:nvPr/>
        </p:nvSpPr>
        <p:spPr>
          <a:xfrm>
            <a:off x="940000" y="1962000"/>
            <a:ext cx="3782000" cy="404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 lnSpcReduction="10000"/>
          </a:bodyPr>
          <a:lstStyle/>
          <a:p>
            <a:pPr algn="l">
              <a:lnSpc>
                <a:spcPct val="108000"/>
              </a:lnSpc>
            </a:pPr>
            <a:r>
              <a:rPr lang="en-US" sz="800">
                <a:solidFill>
                  <a:srgbClr val="5B6B7B"/>
                </a:solidFill>
              </a:rPr>
              <a:t>Task 1 — Initialize run (run_id, STARTED audit)</a:t>
            </a:r>
          </a:p>
          <a:p>
            <a:pPr algn="l">
              <a:lnSpc>
                <a:spcPct val="108000"/>
              </a:lnSpc>
            </a:pPr>
            <a:r>
              <a:rPr lang="en-US" sz="800">
                <a:solidFill>
                  <a:srgbClr val="5B6B7B"/>
                </a:solidFill>
              </a:rPr>
              <a:t>Task 2 — Validate metadata (pre-flight checks)</a:t>
            </a:r>
          </a:p>
          <a:p>
            <a:pPr algn="l">
              <a:lnSpc>
                <a:spcPct val="108000"/>
              </a:lnSpc>
            </a:pPr>
            <a:r>
              <a:rPr lang="en-US" sz="800">
                <a:solidFill>
                  <a:srgbClr val="5B6B7B"/>
                </a:solidFill>
              </a:rPr>
              <a:t>Task 3 — Run Bronze + Silver pipeline</a:t>
            </a:r>
          </a:p>
        </p:txBody>
      </p:sp>
      <p:sp>
        <p:nvSpPr>
          <p:cNvPr id="114" name="t"/>
          <p:cNvSpPr txBox="1"/>
          <p:nvPr/>
        </p:nvSpPr>
        <p:spPr>
          <a:xfrm>
            <a:off x="4842000" y="1962000"/>
            <a:ext cx="3782000" cy="404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 lnSpcReduction="10000"/>
          </a:bodyPr>
          <a:lstStyle/>
          <a:p>
            <a:pPr algn="l">
              <a:lnSpc>
                <a:spcPct val="108000"/>
              </a:lnSpc>
            </a:pPr>
            <a:r>
              <a:rPr lang="en-US" sz="800">
                <a:solidFill>
                  <a:srgbClr val="5B6B7B"/>
                </a:solidFill>
              </a:rPr>
              <a:t>Task 4 — Run Gold models</a:t>
            </a:r>
          </a:p>
          <a:p>
            <a:pPr algn="l">
              <a:lnSpc>
                <a:spcPct val="108000"/>
              </a:lnSpc>
            </a:pPr>
            <a:r>
              <a:rPr lang="en-US" sz="800">
                <a:solidFill>
                  <a:srgbClr val="5B6B7B"/>
                </a:solidFill>
              </a:rPr>
              <a:t>Task 5 — Reconcile counts + audit</a:t>
            </a:r>
          </a:p>
          <a:p>
            <a:pPr algn="l">
              <a:lnSpc>
                <a:spcPct val="108000"/>
              </a:lnSpc>
            </a:pPr>
            <a:r>
              <a:rPr lang="en-US" sz="800">
                <a:solidFill>
                  <a:srgbClr val="5B6B7B"/>
                </a:solidFill>
              </a:rPr>
              <a:t>Task 6 — Notify on success or failure</a:t>
            </a:r>
          </a:p>
        </p:txBody>
      </p:sp>
      <p:sp>
        <p:nvSpPr>
          <p:cNvPr id="115" name="a"/>
          <p:cNvSpPr/>
          <p:nvPr/>
        </p:nvSpPr>
        <p:spPr>
          <a:xfrm flipV="1">
            <a:off x="4507000" y="2379000"/>
            <a:ext cx="130000" cy="52000"/>
          </a:xfrm>
          <a:prstGeom prst="triangle">
            <a:avLst/>
          </a:prstGeom>
          <a:solidFill>
            <a:srgbClr val="8FA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hex"/>
          <p:cNvSpPr/>
          <p:nvPr/>
        </p:nvSpPr>
        <p:spPr>
          <a:xfrm>
            <a:off x="3122000" y="2434000"/>
            <a:ext cx="2900000" cy="285000"/>
          </a:xfrm>
          <a:prstGeom prst="hexagon">
            <a:avLst/>
          </a:prstGeom>
          <a:solidFill>
            <a:srgbClr val="EEF4F8"/>
          </a:solidFill>
          <a:ln w="12700">
            <a:solidFill>
              <a:srgbClr val="13749B"/>
            </a:solidFill>
          </a:ln>
        </p:spPr>
        <p:txBody>
          <a:bodyPr rtlCol="0" anchor="ctr"/>
          <a:lstStyle/>
          <a:p>
            <a:pPr algn="ctr"/>
            <a:r>
              <a:rPr lang="en-US" sz="950" b="1" err="1">
                <a:solidFill>
                  <a:srgbClr val="0B3C5D"/>
                </a:solidFill>
              </a:rPr>
              <a:t>landing_required</a:t>
            </a:r>
            <a:endParaRPr lang="en-US" sz="950" b="1">
              <a:solidFill>
                <a:srgbClr val="0B3C5D"/>
              </a:solidFill>
            </a:endParaRPr>
          </a:p>
        </p:txBody>
      </p:sp>
      <p:sp>
        <p:nvSpPr>
          <p:cNvPr id="117" name="c"/>
          <p:cNvSpPr/>
          <p:nvPr/>
        </p:nvSpPr>
        <p:spPr>
          <a:xfrm>
            <a:off x="690000" y="2814000"/>
            <a:ext cx="3560000" cy="300000"/>
          </a:xfrm>
          <a:prstGeom prst="roundRect">
            <a:avLst>
              <a:gd name="adj" fmla="val 9000"/>
            </a:avLst>
          </a:prstGeom>
          <a:solidFill>
            <a:srgbClr val="F1F8F4"/>
          </a:solidFill>
          <a:ln w="9525">
            <a:solidFill>
              <a:srgbClr val="BFE0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"/>
          <p:cNvSpPr txBox="1"/>
          <p:nvPr/>
        </p:nvSpPr>
        <p:spPr>
          <a:xfrm>
            <a:off x="690000" y="2807863"/>
            <a:ext cx="3560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850" b="1">
                <a:solidFill>
                  <a:srgbClr val="3C8C5A"/>
                </a:solidFill>
              </a:rPr>
              <a:t>YES · Files    </a:t>
            </a:r>
            <a:r>
              <a:rPr lang="en-US" sz="800">
                <a:solidFill>
                  <a:srgbClr val="5B6B7B"/>
                </a:solidFill>
              </a:rPr>
              <a:t>UC Volume / ADLS · Vendor Drop Zone</a:t>
            </a:r>
          </a:p>
        </p:txBody>
      </p:sp>
      <p:sp>
        <p:nvSpPr>
          <p:cNvPr id="119" name="c"/>
          <p:cNvSpPr/>
          <p:nvPr/>
        </p:nvSpPr>
        <p:spPr>
          <a:xfrm>
            <a:off x="4894000" y="2814000"/>
            <a:ext cx="3560000" cy="3000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9525">
            <a:solidFill>
              <a:srgbClr val="C6D2D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"/>
          <p:cNvSpPr txBox="1"/>
          <p:nvPr/>
        </p:nvSpPr>
        <p:spPr>
          <a:xfrm>
            <a:off x="4894000" y="2801726"/>
            <a:ext cx="3560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850" b="1">
                <a:solidFill>
                  <a:srgbClr val="13749B"/>
                </a:solidFill>
              </a:rPr>
              <a:t>NO · DB/Stream    </a:t>
            </a:r>
            <a:r>
              <a:rPr lang="en-US" sz="800">
                <a:solidFill>
                  <a:srgbClr val="5B6B7B"/>
                </a:solidFill>
              </a:rPr>
              <a:t>JDBC / Lakeflow Connect · Kafka / API</a:t>
            </a:r>
          </a:p>
        </p:txBody>
      </p:sp>
      <p:cxnSp>
        <p:nvCxnSpPr>
          <p:cNvPr id="121" name="cn"/>
          <p:cNvCxnSpPr/>
          <p:nvPr/>
        </p:nvCxnSpPr>
        <p:spPr>
          <a:xfrm flipH="1">
            <a:off x="2470000" y="2719000"/>
            <a:ext cx="1652000" cy="95000"/>
          </a:xfrm>
          <a:prstGeom prst="bentConnector3">
            <a:avLst/>
          </a:prstGeom>
          <a:ln w="15875">
            <a:solidFill>
              <a:srgbClr val="8FA6B8"/>
            </a:solidFill>
            <a:tailEnd type="triangle"/>
          </a:ln>
        </p:spPr>
      </p:cxnSp>
      <p:cxnSp>
        <p:nvCxnSpPr>
          <p:cNvPr id="122" name="cn"/>
          <p:cNvCxnSpPr/>
          <p:nvPr/>
        </p:nvCxnSpPr>
        <p:spPr>
          <a:xfrm>
            <a:off x="5022000" y="2719000"/>
            <a:ext cx="1652000" cy="95000"/>
          </a:xfrm>
          <a:prstGeom prst="bentConnector3">
            <a:avLst/>
          </a:prstGeom>
          <a:ln w="15875">
            <a:solidFill>
              <a:srgbClr val="8FA6B8"/>
            </a:solidFill>
            <a:tailEnd type="triangle"/>
          </a:ln>
        </p:spPr>
      </p:cxnSp>
      <p:sp>
        <p:nvSpPr>
          <p:cNvPr id="123" name="c"/>
          <p:cNvSpPr/>
          <p:nvPr/>
        </p:nvSpPr>
        <p:spPr>
          <a:xfrm>
            <a:off x="1370000" y="3172000"/>
            <a:ext cx="6404000" cy="300000"/>
          </a:xfrm>
          <a:prstGeom prst="roundRect">
            <a:avLst>
              <a:gd name="adj" fmla="val 9000"/>
            </a:avLst>
          </a:prstGeom>
          <a:solidFill>
            <a:srgbClr val="13749B"/>
          </a:solidFill>
          <a:ln w="9525">
            <a:solidFill>
              <a:srgbClr val="13749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"/>
          <p:cNvSpPr txBox="1"/>
          <p:nvPr/>
        </p:nvSpPr>
        <p:spPr>
          <a:xfrm>
            <a:off x="1370000" y="3172000"/>
            <a:ext cx="640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</a:rPr>
              <a:t>AUTO LOADER  (cloudFiles)</a:t>
            </a:r>
            <a:r>
              <a:rPr lang="en-US" sz="850">
                <a:solidFill>
                  <a:srgbClr val="D6EAF1"/>
                </a:solidFill>
              </a:rPr>
              <a:t>     Incremental · Checkpointed · Schema-evolving</a:t>
            </a:r>
          </a:p>
        </p:txBody>
      </p:sp>
      <p:cxnSp>
        <p:nvCxnSpPr>
          <p:cNvPr id="125" name="cn"/>
          <p:cNvCxnSpPr/>
          <p:nvPr/>
        </p:nvCxnSpPr>
        <p:spPr>
          <a:xfrm>
            <a:off x="2470000" y="3114000"/>
            <a:ext cx="1582000" cy="58000"/>
          </a:xfrm>
          <a:prstGeom prst="bentConnector3">
            <a:avLst/>
          </a:prstGeom>
          <a:ln w="15875">
            <a:solidFill>
              <a:srgbClr val="8FA6B8"/>
            </a:solidFill>
            <a:tailEnd type="triangle"/>
          </a:ln>
        </p:spPr>
      </p:cxnSp>
      <p:cxnSp>
        <p:nvCxnSpPr>
          <p:cNvPr id="126" name="cn"/>
          <p:cNvCxnSpPr/>
          <p:nvPr/>
        </p:nvCxnSpPr>
        <p:spPr>
          <a:xfrm flipH="1">
            <a:off x="5092000" y="3114000"/>
            <a:ext cx="1582000" cy="58000"/>
          </a:xfrm>
          <a:prstGeom prst="bentConnector3">
            <a:avLst/>
          </a:prstGeom>
          <a:ln w="15875">
            <a:solidFill>
              <a:srgbClr val="8FA6B8"/>
            </a:solidFill>
            <a:tailEnd type="triangle"/>
          </a:ln>
        </p:spPr>
      </p:cxnSp>
      <p:sp>
        <p:nvSpPr>
          <p:cNvPr id="127" name="a"/>
          <p:cNvSpPr/>
          <p:nvPr/>
        </p:nvSpPr>
        <p:spPr>
          <a:xfrm flipV="1">
            <a:off x="4507000" y="3475000"/>
            <a:ext cx="130000" cy="52000"/>
          </a:xfrm>
          <a:prstGeom prst="triangle">
            <a:avLst/>
          </a:prstGeom>
          <a:solidFill>
            <a:srgbClr val="8FA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c"/>
          <p:cNvSpPr/>
          <p:nvPr/>
        </p:nvSpPr>
        <p:spPr>
          <a:xfrm>
            <a:off x="470000" y="3530000"/>
            <a:ext cx="8204000" cy="5400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9" name="b"/>
          <p:cNvSpPr/>
          <p:nvPr/>
        </p:nvSpPr>
        <p:spPr>
          <a:xfrm>
            <a:off x="565000" y="3655000"/>
            <a:ext cx="290000" cy="290000"/>
          </a:xfrm>
          <a:prstGeom prst="ellipse">
            <a:avLst/>
          </a:prstGeom>
          <a:solidFill>
            <a:srgbClr val="B07B3A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0" name="t"/>
          <p:cNvSpPr txBox="1"/>
          <p:nvPr/>
        </p:nvSpPr>
        <p:spPr>
          <a:xfrm>
            <a:off x="940000" y="3560000"/>
            <a:ext cx="7684000" cy="25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100" b="1">
                <a:solidFill>
                  <a:srgbClr val="0B3C5D"/>
                </a:solidFill>
              </a:rPr>
              <a:t>Bronze Tables</a:t>
            </a:r>
            <a:r>
              <a:rPr lang="en-US" sz="800" i="1">
                <a:solidFill>
                  <a:srgbClr val="1B7A96"/>
                </a:solidFill>
              </a:rPr>
              <a:t>   Raw LEGO</a:t>
            </a:r>
          </a:p>
        </p:txBody>
      </p:sp>
      <p:sp>
        <p:nvSpPr>
          <p:cNvPr id="131" name="t"/>
          <p:cNvSpPr txBox="1"/>
          <p:nvPr/>
        </p:nvSpPr>
        <p:spPr>
          <a:xfrm>
            <a:off x="940000" y="3790000"/>
            <a:ext cx="7684000" cy="27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 lnSpcReduction="10000"/>
          </a:bodyPr>
          <a:lstStyle/>
          <a:p>
            <a:pPr algn="l">
              <a:lnSpc>
                <a:spcPct val="102000"/>
              </a:lnSpc>
            </a:pPr>
            <a:r>
              <a:rPr lang="en-US" sz="850">
                <a:solidFill>
                  <a:srgbClr val="5B6B7B"/>
                </a:solidFill>
              </a:rPr>
              <a:t>Raw Delta  ·  Append-only  ·  Near-source fidelity</a:t>
            </a:r>
          </a:p>
          <a:p>
            <a:pPr algn="l">
              <a:lnSpc>
                <a:spcPct val="102000"/>
              </a:lnSpc>
            </a:pPr>
            <a:r>
              <a:rPr lang="en-US" sz="850">
                <a:solidFill>
                  <a:srgbClr val="5B6B7B"/>
                </a:solidFill>
              </a:rPr>
              <a:t>_ingestion_timestamp · _source_file · _object_id · run_id</a:t>
            </a:r>
          </a:p>
        </p:txBody>
      </p:sp>
      <p:sp>
        <p:nvSpPr>
          <p:cNvPr id="132" name="a"/>
          <p:cNvSpPr/>
          <p:nvPr/>
        </p:nvSpPr>
        <p:spPr>
          <a:xfrm flipV="1">
            <a:off x="4507000" y="4073000"/>
            <a:ext cx="130000" cy="52000"/>
          </a:xfrm>
          <a:prstGeom prst="triangle">
            <a:avLst/>
          </a:prstGeom>
          <a:solidFill>
            <a:srgbClr val="8FA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c"/>
          <p:cNvSpPr/>
          <p:nvPr/>
        </p:nvSpPr>
        <p:spPr>
          <a:xfrm>
            <a:off x="470000" y="4128000"/>
            <a:ext cx="8204000" cy="7100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b"/>
          <p:cNvSpPr/>
          <p:nvPr/>
        </p:nvSpPr>
        <p:spPr>
          <a:xfrm>
            <a:off x="565000" y="4338000"/>
            <a:ext cx="290000" cy="290000"/>
          </a:xfrm>
          <a:prstGeom prst="ellipse">
            <a:avLst/>
          </a:prstGeom>
          <a:solidFill>
            <a:srgbClr val="8A94A6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5" name="t"/>
          <p:cNvSpPr txBox="1"/>
          <p:nvPr/>
        </p:nvSpPr>
        <p:spPr>
          <a:xfrm>
            <a:off x="940000" y="4158000"/>
            <a:ext cx="7684000" cy="25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100" b="1">
                <a:solidFill>
                  <a:srgbClr val="0B3C5D"/>
                </a:solidFill>
              </a:rPr>
              <a:t>Silver</a:t>
            </a:r>
            <a:r>
              <a:rPr lang="en-US" sz="800" i="1">
                <a:solidFill>
                  <a:srgbClr val="1B7A96"/>
                </a:solidFill>
              </a:rPr>
              <a:t>   Transformation + Quality LEGO</a:t>
            </a:r>
          </a:p>
        </p:txBody>
      </p:sp>
      <p:sp>
        <p:nvSpPr>
          <p:cNvPr id="136" name="t"/>
          <p:cNvSpPr txBox="1"/>
          <p:nvPr/>
        </p:nvSpPr>
        <p:spPr>
          <a:xfrm>
            <a:off x="940000" y="4388000"/>
            <a:ext cx="7684000" cy="44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n-US" sz="850">
                <a:solidFill>
                  <a:srgbClr val="5B6B7B"/>
                </a:solidFill>
              </a:rPr>
              <a:t>column_config → rename, cast to target_type, trim</a:t>
            </a:r>
          </a:p>
          <a:p>
            <a:pPr algn="l">
              <a:lnSpc>
                <a:spcPct val="102000"/>
              </a:lnSpc>
            </a:pPr>
            <a:r>
              <a:rPr lang="en-US" sz="850">
                <a:solidFill>
                  <a:srgbClr val="5B6B7B"/>
                </a:solidFill>
              </a:rPr>
              <a:t>quality_rule_config → evaluate SQL boolean expressions</a:t>
            </a:r>
          </a:p>
          <a:p>
            <a:pPr algn="l">
              <a:lnSpc>
                <a:spcPct val="102000"/>
              </a:lnSpc>
            </a:pPr>
            <a:r>
              <a:rPr lang="en-US" sz="850">
                <a:solidFill>
                  <a:srgbClr val="5B6B7B"/>
                </a:solidFill>
              </a:rPr>
              <a:t>CDC / SCD2 when load_type = CDC</a:t>
            </a:r>
          </a:p>
        </p:txBody>
      </p:sp>
      <p:sp>
        <p:nvSpPr>
          <p:cNvPr id="137" name="c"/>
          <p:cNvSpPr/>
          <p:nvPr/>
        </p:nvSpPr>
        <p:spPr>
          <a:xfrm>
            <a:off x="590000" y="4896000"/>
            <a:ext cx="3900000" cy="450000"/>
          </a:xfrm>
          <a:prstGeom prst="roundRect">
            <a:avLst>
              <a:gd name="adj" fmla="val 9000"/>
            </a:avLst>
          </a:prstGeom>
          <a:solidFill>
            <a:srgbClr val="F1F8F4"/>
          </a:solidFill>
          <a:ln w="9525">
            <a:solidFill>
              <a:srgbClr val="BFE0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"/>
          <p:cNvSpPr txBox="1"/>
          <p:nvPr/>
        </p:nvSpPr>
        <p:spPr>
          <a:xfrm>
            <a:off x="590000" y="4896000"/>
            <a:ext cx="3900000" cy="45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>
              <a:lnSpc>
                <a:spcPct val="106000"/>
              </a:lnSpc>
            </a:pPr>
            <a:r>
              <a:rPr lang="en-US" sz="850" b="1">
                <a:solidFill>
                  <a:srgbClr val="3C8C5A"/>
                </a:solidFill>
              </a:rPr>
              <a:t>VALID SILVER RECORDS</a:t>
            </a:r>
          </a:p>
          <a:p>
            <a:pPr algn="ctr">
              <a:lnSpc>
                <a:spcPct val="106000"/>
              </a:lnSpc>
            </a:pPr>
            <a:r>
              <a:rPr lang="en-US" sz="800">
                <a:solidFill>
                  <a:srgbClr val="5B6B7B"/>
                </a:solidFill>
              </a:rPr>
              <a:t>Clean · Typed · Deduped</a:t>
            </a:r>
          </a:p>
        </p:txBody>
      </p:sp>
      <p:sp>
        <p:nvSpPr>
          <p:cNvPr id="139" name="c"/>
          <p:cNvSpPr/>
          <p:nvPr/>
        </p:nvSpPr>
        <p:spPr>
          <a:xfrm>
            <a:off x="4654000" y="4896000"/>
            <a:ext cx="3900000" cy="450000"/>
          </a:xfrm>
          <a:prstGeom prst="roundRect">
            <a:avLst>
              <a:gd name="adj" fmla="val 9000"/>
            </a:avLst>
          </a:prstGeom>
          <a:solidFill>
            <a:srgbClr val="FBF1F1"/>
          </a:solidFill>
          <a:ln w="9525">
            <a:solidFill>
              <a:srgbClr val="E3C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"/>
          <p:cNvSpPr txBox="1"/>
          <p:nvPr/>
        </p:nvSpPr>
        <p:spPr>
          <a:xfrm>
            <a:off x="4654000" y="4896000"/>
            <a:ext cx="3900000" cy="45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>
              <a:lnSpc>
                <a:spcPct val="106000"/>
              </a:lnSpc>
            </a:pPr>
            <a:r>
              <a:rPr lang="en-US" sz="850" b="1">
                <a:solidFill>
                  <a:srgbClr val="C0504D"/>
                </a:solidFill>
              </a:rPr>
              <a:t>QUARANTINE TABLES</a:t>
            </a:r>
          </a:p>
          <a:p>
            <a:pPr algn="ctr">
              <a:lnSpc>
                <a:spcPct val="106000"/>
              </a:lnSpc>
            </a:pPr>
            <a:r>
              <a:rPr lang="en-US" sz="800">
                <a:solidFill>
                  <a:srgbClr val="5B6B7B"/>
                </a:solidFill>
              </a:rPr>
              <a:t>Rejected rows + violation tags · _failed_rule · _failure_reason</a:t>
            </a:r>
          </a:p>
        </p:txBody>
      </p:sp>
      <p:cxnSp>
        <p:nvCxnSpPr>
          <p:cNvPr id="141" name="cn"/>
          <p:cNvCxnSpPr/>
          <p:nvPr/>
        </p:nvCxnSpPr>
        <p:spPr>
          <a:xfrm flipH="1">
            <a:off x="2540000" y="4838000"/>
            <a:ext cx="1512000" cy="58000"/>
          </a:xfrm>
          <a:prstGeom prst="bentConnector3">
            <a:avLst/>
          </a:prstGeom>
          <a:ln w="15875">
            <a:solidFill>
              <a:srgbClr val="8FA6B8"/>
            </a:solidFill>
            <a:tailEnd type="triangle"/>
          </a:ln>
        </p:spPr>
      </p:cxnSp>
      <p:cxnSp>
        <p:nvCxnSpPr>
          <p:cNvPr id="142" name="cn"/>
          <p:cNvCxnSpPr/>
          <p:nvPr/>
        </p:nvCxnSpPr>
        <p:spPr>
          <a:xfrm>
            <a:off x="5092000" y="4838000"/>
            <a:ext cx="1512000" cy="58000"/>
          </a:xfrm>
          <a:prstGeom prst="bentConnector3">
            <a:avLst/>
          </a:prstGeom>
          <a:ln w="15875">
            <a:solidFill>
              <a:srgbClr val="8FA6B8"/>
            </a:solidFill>
            <a:tailEnd type="triangle"/>
          </a:ln>
        </p:spPr>
      </p:cxnSp>
      <p:sp>
        <p:nvSpPr>
          <p:cNvPr id="143" name="a"/>
          <p:cNvSpPr/>
          <p:nvPr/>
        </p:nvSpPr>
        <p:spPr>
          <a:xfrm flipV="1">
            <a:off x="4507000" y="5349000"/>
            <a:ext cx="130000" cy="52000"/>
          </a:xfrm>
          <a:prstGeom prst="triangle">
            <a:avLst/>
          </a:prstGeom>
          <a:solidFill>
            <a:srgbClr val="8FA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4" name="c"/>
          <p:cNvSpPr/>
          <p:nvPr/>
        </p:nvSpPr>
        <p:spPr>
          <a:xfrm>
            <a:off x="470000" y="5404000"/>
            <a:ext cx="8204000" cy="5400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b"/>
          <p:cNvSpPr/>
          <p:nvPr/>
        </p:nvSpPr>
        <p:spPr>
          <a:xfrm>
            <a:off x="565000" y="5529000"/>
            <a:ext cx="290000" cy="290000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6" name="t"/>
          <p:cNvSpPr txBox="1"/>
          <p:nvPr/>
        </p:nvSpPr>
        <p:spPr>
          <a:xfrm>
            <a:off x="940000" y="5434000"/>
            <a:ext cx="7684000" cy="25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100" b="1">
                <a:solidFill>
                  <a:srgbClr val="0B3C5D"/>
                </a:solidFill>
              </a:rPr>
              <a:t>Gold Models</a:t>
            </a:r>
            <a:r>
              <a:rPr lang="en-US" sz="800" i="1">
                <a:solidFill>
                  <a:srgbClr val="1B7A96"/>
                </a:solidFill>
              </a:rPr>
              <a:t>   Business LEGO</a:t>
            </a:r>
          </a:p>
        </p:txBody>
      </p:sp>
      <p:sp>
        <p:nvSpPr>
          <p:cNvPr id="147" name="t"/>
          <p:cNvSpPr txBox="1"/>
          <p:nvPr/>
        </p:nvSpPr>
        <p:spPr>
          <a:xfrm>
            <a:off x="940000" y="5664000"/>
            <a:ext cx="7684000" cy="27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 lnSpcReduction="10000"/>
          </a:bodyPr>
          <a:lstStyle/>
          <a:p>
            <a:pPr algn="l">
              <a:lnSpc>
                <a:spcPct val="102000"/>
              </a:lnSpc>
            </a:pPr>
            <a:r>
              <a:rPr lang="en-US" sz="850">
                <a:solidFill>
                  <a:srgbClr val="5B6B7B"/>
                </a:solidFill>
              </a:rPr>
              <a:t>gold_model_config → SQL or Python files</a:t>
            </a:r>
          </a:p>
          <a:p>
            <a:pPr algn="l">
              <a:lnSpc>
                <a:spcPct val="102000"/>
              </a:lnSpc>
            </a:pPr>
            <a:r>
              <a:rPr lang="en-US" sz="850">
                <a:solidFill>
                  <a:srgbClr val="5B6B7B"/>
                </a:solidFill>
              </a:rPr>
              <a:t>Facts  ·  Dimensions  ·  KPIs  ·  Aggregations</a:t>
            </a:r>
          </a:p>
        </p:txBody>
      </p:sp>
      <p:sp>
        <p:nvSpPr>
          <p:cNvPr id="148" name="a"/>
          <p:cNvSpPr/>
          <p:nvPr/>
        </p:nvSpPr>
        <p:spPr>
          <a:xfrm flipV="1">
            <a:off x="4507000" y="5947000"/>
            <a:ext cx="130000" cy="52000"/>
          </a:xfrm>
          <a:prstGeom prst="triangle">
            <a:avLst/>
          </a:prstGeom>
          <a:solidFill>
            <a:srgbClr val="8FA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9" name="c"/>
          <p:cNvSpPr/>
          <p:nvPr/>
        </p:nvSpPr>
        <p:spPr>
          <a:xfrm>
            <a:off x="470000" y="6002000"/>
            <a:ext cx="8204000" cy="410000"/>
          </a:xfrm>
          <a:prstGeom prst="roundRect">
            <a:avLst>
              <a:gd name="adj" fmla="val 9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b"/>
          <p:cNvSpPr/>
          <p:nvPr/>
        </p:nvSpPr>
        <p:spPr>
          <a:xfrm>
            <a:off x="565000" y="6062000"/>
            <a:ext cx="290000" cy="290000"/>
          </a:xfrm>
          <a:prstGeom prst="ellipse">
            <a:avLst/>
          </a:prstGeom>
          <a:solidFill>
            <a:srgbClr val="0B3C5D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51" name="t"/>
          <p:cNvSpPr txBox="1"/>
          <p:nvPr/>
        </p:nvSpPr>
        <p:spPr>
          <a:xfrm>
            <a:off x="940000" y="6032000"/>
            <a:ext cx="7684000" cy="25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100" b="1">
                <a:solidFill>
                  <a:srgbClr val="0B3C5D"/>
                </a:solidFill>
              </a:rPr>
              <a:t>Consumption</a:t>
            </a:r>
          </a:p>
        </p:txBody>
      </p:sp>
      <p:sp>
        <p:nvSpPr>
          <p:cNvPr id="152" name="t"/>
          <p:cNvSpPr txBox="1"/>
          <p:nvPr/>
        </p:nvSpPr>
        <p:spPr>
          <a:xfrm>
            <a:off x="940000" y="6262000"/>
            <a:ext cx="7684000" cy="14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 lnSpcReduction="10000"/>
          </a:bodyPr>
          <a:lstStyle/>
          <a:p>
            <a:pPr algn="l">
              <a:lnSpc>
                <a:spcPct val="102000"/>
              </a:lnSpc>
            </a:pPr>
            <a:r>
              <a:rPr lang="en-US" sz="850">
                <a:solidFill>
                  <a:srgbClr val="5B6B7B"/>
                </a:solidFill>
              </a:rPr>
              <a:t>Power BI  ·  SQL Analytics  ·  ML Feature Pipelines  ·  AI Apps</a:t>
            </a:r>
          </a:p>
        </p:txBody>
      </p:sp>
      <p:sp>
        <p:nvSpPr>
          <p:cNvPr id="153" name="c"/>
          <p:cNvSpPr/>
          <p:nvPr/>
        </p:nvSpPr>
        <p:spPr>
          <a:xfrm>
            <a:off x="470000" y="6460000"/>
            <a:ext cx="8204000" cy="300000"/>
          </a:xfrm>
          <a:prstGeom prst="roundRect">
            <a:avLst>
              <a:gd name="adj" fmla="val 20000"/>
            </a:avLst>
          </a:prstGeom>
          <a:solidFill>
            <a:srgbClr val="0E5A78"/>
          </a:solidFill>
          <a:ln w="9525">
            <a:solidFill>
              <a:srgbClr val="0E5A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"/>
          <p:cNvSpPr txBox="1"/>
          <p:nvPr/>
        </p:nvSpPr>
        <p:spPr>
          <a:xfrm>
            <a:off x="470000" y="6460000"/>
            <a:ext cx="820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Audit spans every layer</a:t>
            </a:r>
            <a:r>
              <a:rPr lang="en-US" sz="850">
                <a:solidFill>
                  <a:srgbClr val="CFE6EE"/>
                </a:solidFill>
              </a:rPr>
              <a:t>      pipeline_audit → Metrics dashboards → Alerts →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103125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3700"/>
            <a:ext cx="8229600" cy="1143000"/>
          </a:xfrm>
        </p:spPr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Control Plane: Six Metadata </a:t>
            </a:r>
            <a:r>
              <a:rPr lang="en-US" sz="3000">
                <a:solidFill>
                  <a:srgbClr val="082F49"/>
                </a:solidFill>
              </a:rPr>
              <a:t>Tables</a:t>
            </a:r>
            <a:endParaRPr sz="3000">
              <a:solidFill>
                <a:srgbClr val="082F4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102A43"/>
                </a:solidFill>
              </a:defRPr>
            </a:pPr>
            <a:endParaRPr lang="en-US"/>
          </a:p>
          <a:p>
            <a:pPr>
              <a:defRPr sz="1800">
                <a:solidFill>
                  <a:srgbClr val="102A43"/>
                </a:solidFill>
              </a:defRPr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CBFA30-3BD3-F1EC-2FF5-35D17C3FD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890358"/>
              </p:ext>
            </p:extLst>
          </p:nvPr>
        </p:nvGraphicFramePr>
        <p:xfrm>
          <a:off x="958403" y="1727200"/>
          <a:ext cx="722719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597">
                  <a:extLst>
                    <a:ext uri="{9D8B030D-6E8A-4147-A177-3AD203B41FA5}">
                      <a16:colId xmlns:a16="http://schemas.microsoft.com/office/drawing/2014/main" val="3618061621"/>
                    </a:ext>
                  </a:extLst>
                </a:gridCol>
                <a:gridCol w="3613597">
                  <a:extLst>
                    <a:ext uri="{9D8B030D-6E8A-4147-A177-3AD203B41FA5}">
                      <a16:colId xmlns:a16="http://schemas.microsoft.com/office/drawing/2014/main" val="2265206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Config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How it helps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5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source_config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Defines Sources + Connectors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79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object_config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to ingest + And how to process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198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column_config </a:t>
                      </a:r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(DO WE REALLY NEED THIS?)</a:t>
                      </a:r>
                      <a:endParaRPr 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Schema standardization after cleaning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75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quality_rule_config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DQ rules + Action + Severity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475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gold_model_config 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(Not Needed)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data aggregation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59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pipeline_audit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Observability and Traceability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368334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53" y="202448"/>
            <a:ext cx="8229600" cy="1143000"/>
          </a:xfrm>
        </p:spPr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Config</a:t>
            </a:r>
            <a:r>
              <a:rPr lang="en-US" sz="3000">
                <a:solidFill>
                  <a:srgbClr val="082F49"/>
                </a:solidFill>
              </a:rPr>
              <a:t>uration </a:t>
            </a:r>
            <a:r>
              <a:rPr sz="3000">
                <a:solidFill>
                  <a:srgbClr val="082F49"/>
                </a:solidFill>
              </a:rP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238203"/>
            <a:ext cx="82296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102A43"/>
                </a:solidFill>
                <a:latin typeface="Consolas"/>
              </a:defRPr>
            </a:pPr>
            <a:r>
              <a:rPr lang="en-US" sz="1400"/>
              <a:t>Config Files Relationship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700">
                <a:solidFill>
                  <a:srgbClr val="102A43"/>
                </a:solidFill>
                <a:latin typeface="Consolas"/>
              </a:defRPr>
            </a:pPr>
            <a:r>
              <a:rPr lang="en-US" sz="1400"/>
              <a:t>Parent-Child tree structure</a:t>
            </a:r>
            <a:endParaRPr sz="1400"/>
          </a:p>
          <a:p>
            <a:pPr algn="l">
              <a:defRPr sz="1700">
                <a:solidFill>
                  <a:srgbClr val="102A43"/>
                </a:solidFill>
                <a:latin typeface="Consolas"/>
              </a:defRPr>
            </a:pPr>
            <a:r>
              <a:rPr lang="en-US" sz="1400"/>
              <a:t>Flow</a:t>
            </a:r>
            <a:r>
              <a:rPr sz="1400"/>
              <a:t>   </a:t>
            </a:r>
            <a:endParaRPr lang="en-US" sz="1400"/>
          </a:p>
          <a:p>
            <a:pPr marL="628650" lvl="1" indent="-171450">
              <a:buFont typeface="Arial" panose="020B0604020202020204" pitchFamily="34" charset="0"/>
              <a:buChar char="•"/>
              <a:defRPr sz="1700">
                <a:solidFill>
                  <a:srgbClr val="102A43"/>
                </a:solidFill>
                <a:latin typeface="Consolas"/>
              </a:defRPr>
            </a:pPr>
            <a:r>
              <a:rPr lang="en-US" sz="1400"/>
              <a:t>Source </a:t>
            </a:r>
            <a:r>
              <a:rPr sz="1400"/>
              <a:t>-&gt; </a:t>
            </a:r>
            <a:r>
              <a:rPr lang="en-US" sz="1400"/>
              <a:t>Tables -&gt; DQ -&gt; </a:t>
            </a:r>
            <a:r>
              <a:rPr lang="en-US" sz="1400">
                <a:highlight>
                  <a:srgbClr val="FFFF00"/>
                </a:highlight>
              </a:rPr>
              <a:t>Table Standardization </a:t>
            </a:r>
            <a:r>
              <a:rPr lang="en-US" sz="1400"/>
              <a:t>-&gt; Audit -&gt; Business models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5DA4A-E24F-AB15-FB97-CF10D736F6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0" t="11124"/>
          <a:stretch>
            <a:fillRect/>
          </a:stretch>
        </p:blipFill>
        <p:spPr>
          <a:xfrm>
            <a:off x="976781" y="2520884"/>
            <a:ext cx="7190438" cy="402498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Databricks Runtime Design (Execution Plane)</a:t>
            </a:r>
          </a:p>
        </p:txBody>
      </p:sp>
      <p:sp>
        <p:nvSpPr>
          <p:cNvPr id="10" name="Stage Bootstrap"/>
          <p:cNvSpPr/>
          <p:nvPr/>
        </p:nvSpPr>
        <p:spPr>
          <a:xfrm>
            <a:off x="557100" y="1520000"/>
            <a:ext cx="1800000" cy="900000"/>
          </a:xfrm>
          <a:prstGeom prst="roundRect">
            <a:avLst>
              <a:gd name="adj" fmla="val 10000"/>
            </a:avLst>
          </a:prstGeom>
          <a:solidFill>
            <a:srgbClr val="0B7285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Bootstrap</a:t>
            </a:r>
          </a:p>
          <a:p>
            <a:pPr algn="ctr"/>
            <a:r>
              <a:rPr lang="en-US" sz="1000">
                <a:solidFill>
                  <a:srgbClr val="D6ECF2"/>
                </a:solidFill>
              </a:rPr>
              <a:t>Validate metadata</a:t>
            </a:r>
          </a:p>
        </p:txBody>
      </p:sp>
      <p:sp>
        <p:nvSpPr>
          <p:cNvPr id="11" name="Stage Bronze"/>
          <p:cNvSpPr/>
          <p:nvPr/>
        </p:nvSpPr>
        <p:spPr>
          <a:xfrm>
            <a:off x="2633700" y="1520000"/>
            <a:ext cx="1800000" cy="900000"/>
          </a:xfrm>
          <a:prstGeom prst="roundRect">
            <a:avLst>
              <a:gd name="adj" fmla="val 10000"/>
            </a:avLst>
          </a:prstGeom>
          <a:solidFill>
            <a:srgbClr val="0B7285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Bronze</a:t>
            </a:r>
          </a:p>
          <a:p>
            <a:pPr algn="ctr"/>
            <a:r>
              <a:rPr lang="en-US" sz="1000">
                <a:solidFill>
                  <a:srgbClr val="D6ECF2"/>
                </a:solidFill>
              </a:rPr>
              <a:t>Raw ingestion</a:t>
            </a:r>
          </a:p>
        </p:txBody>
      </p:sp>
      <p:sp>
        <p:nvSpPr>
          <p:cNvPr id="12" name="Stage Silver"/>
          <p:cNvSpPr/>
          <p:nvPr/>
        </p:nvSpPr>
        <p:spPr>
          <a:xfrm>
            <a:off x="4710300" y="1520000"/>
            <a:ext cx="1800000" cy="900000"/>
          </a:xfrm>
          <a:prstGeom prst="roundRect">
            <a:avLst>
              <a:gd name="adj" fmla="val 10000"/>
            </a:avLst>
          </a:prstGeom>
          <a:solidFill>
            <a:srgbClr val="0B7285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Silver</a:t>
            </a:r>
          </a:p>
          <a:p>
            <a:pPr algn="ctr"/>
            <a:r>
              <a:rPr lang="en-US" sz="1000">
                <a:solidFill>
                  <a:srgbClr val="D6ECF2"/>
                </a:solidFill>
              </a:rPr>
              <a:t>Clean + DQ split</a:t>
            </a:r>
          </a:p>
        </p:txBody>
      </p:sp>
      <p:sp>
        <p:nvSpPr>
          <p:cNvPr id="13" name="Stage Gold"/>
          <p:cNvSpPr/>
          <p:nvPr/>
        </p:nvSpPr>
        <p:spPr>
          <a:xfrm>
            <a:off x="6786900" y="1520000"/>
            <a:ext cx="1800000" cy="900000"/>
          </a:xfrm>
          <a:prstGeom prst="roundRect">
            <a:avLst>
              <a:gd name="adj" fmla="val 10000"/>
            </a:avLst>
          </a:prstGeom>
          <a:solidFill>
            <a:srgbClr val="0B7285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Gold</a:t>
            </a:r>
          </a:p>
          <a:p>
            <a:pPr algn="ctr"/>
            <a:r>
              <a:rPr lang="en-US" sz="1000">
                <a:solidFill>
                  <a:srgbClr val="D6ECF2"/>
                </a:solidFill>
              </a:rPr>
              <a:t>Business models</a:t>
            </a:r>
          </a:p>
        </p:txBody>
      </p:sp>
      <p:sp>
        <p:nvSpPr>
          <p:cNvPr id="14" name="Arrow 1"/>
          <p:cNvSpPr/>
          <p:nvPr/>
        </p:nvSpPr>
        <p:spPr>
          <a:xfrm>
            <a:off x="2357100" y="1870000"/>
            <a:ext cx="276600" cy="200000"/>
          </a:xfrm>
          <a:prstGeom prst="rightArrow">
            <a:avLst/>
          </a:prstGeom>
          <a:solidFill>
            <a:srgbClr val="082F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 2"/>
          <p:cNvSpPr/>
          <p:nvPr/>
        </p:nvSpPr>
        <p:spPr>
          <a:xfrm>
            <a:off x="4433700" y="1870000"/>
            <a:ext cx="276600" cy="200000"/>
          </a:xfrm>
          <a:prstGeom prst="rightArrow">
            <a:avLst/>
          </a:prstGeom>
          <a:solidFill>
            <a:srgbClr val="082F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Arrow 3"/>
          <p:cNvSpPr/>
          <p:nvPr/>
        </p:nvSpPr>
        <p:spPr>
          <a:xfrm>
            <a:off x="6510300" y="1870000"/>
            <a:ext cx="276600" cy="200000"/>
          </a:xfrm>
          <a:prstGeom prst="rightArrow">
            <a:avLst/>
          </a:prstGeom>
          <a:solidFill>
            <a:srgbClr val="082F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Arrow Down"/>
          <p:cNvSpPr/>
          <p:nvPr/>
        </p:nvSpPr>
        <p:spPr>
          <a:xfrm>
            <a:off x="5510300" y="2420000"/>
            <a:ext cx="200000" cy="320000"/>
          </a:xfrm>
          <a:prstGeom prst="downArrow">
            <a:avLst/>
          </a:prstGeom>
          <a:solidFill>
            <a:srgbClr val="D689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Quarantine Box"/>
          <p:cNvSpPr/>
          <p:nvPr/>
        </p:nvSpPr>
        <p:spPr>
          <a:xfrm>
            <a:off x="4710300" y="2760000"/>
            <a:ext cx="1800000" cy="620000"/>
          </a:xfrm>
          <a:prstGeom prst="roundRect">
            <a:avLst>
              <a:gd name="adj" fmla="val 12000"/>
            </a:avLst>
          </a:prstGeom>
          <a:solidFill>
            <a:srgbClr val="FBEEDA"/>
          </a:solidFill>
          <a:ln w="12700">
            <a:solidFill>
              <a:srgbClr val="D68910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1200" b="1">
                <a:solidFill>
                  <a:srgbClr val="7E5109"/>
                </a:solidFill>
              </a:rPr>
              <a:t>Quarantine</a:t>
            </a:r>
          </a:p>
          <a:p>
            <a:pPr algn="ctr"/>
            <a:r>
              <a:rPr lang="en-US" sz="1000">
                <a:solidFill>
                  <a:srgbClr val="7E5109"/>
                </a:solidFill>
              </a:rPr>
              <a:t>Rejected rows + violation tags</a:t>
            </a:r>
          </a:p>
        </p:txBody>
      </p:sp>
      <p:sp>
        <p:nvSpPr>
          <p:cNvPr id="20" name="Card DQ"/>
          <p:cNvSpPr/>
          <p:nvPr/>
        </p:nvSpPr>
        <p:spPr>
          <a:xfrm>
            <a:off x="457200" y="3620000"/>
            <a:ext cx="3960000" cy="2900000"/>
          </a:xfrm>
          <a:prstGeom prst="roundRect">
            <a:avLst>
              <a:gd name="adj" fmla="val 4000"/>
            </a:avLst>
          </a:prstGeom>
          <a:solidFill>
            <a:srgbClr val="EEF3F6"/>
          </a:solidFill>
          <a:ln>
            <a:noFill/>
          </a:ln>
        </p:spPr>
        <p:txBody>
          <a:bodyPr lIns="182880" tIns="137160" rIns="137160" bIns="137160" anchor="t">
            <a:normAutofit/>
          </a:bodyPr>
          <a:lstStyle/>
          <a:p>
            <a:pPr marL="0" indent="0"/>
            <a:r>
              <a:rPr lang="en-US" sz="1600" b="1">
                <a:solidFill>
                  <a:srgbClr val="0B7285"/>
                </a:solidFill>
              </a:rPr>
              <a:t>Data-Quality Boundary</a:t>
            </a:r>
          </a:p>
          <a:p>
            <a:pPr marL="171450" indent="-171450"/>
            <a:r>
              <a:rPr lang="en-US" sz="1250">
                <a:solidFill>
                  <a:srgbClr val="102A43"/>
                </a:solidFill>
              </a:rPr>
              <a:t>• Framework runs the rules; it does not hardcode business logic</a:t>
            </a:r>
          </a:p>
          <a:p>
            <a:pPr marL="171450" indent="-171450"/>
            <a:r>
              <a:rPr lang="en-US" sz="1250">
                <a:solidFill>
                  <a:srgbClr val="102A43"/>
                </a:solidFill>
              </a:rPr>
              <a:t>• Row-level rules route pass/fail to clean vs quarantine</a:t>
            </a:r>
          </a:p>
          <a:p>
            <a:pPr marL="171450" indent="-171450"/>
            <a:r>
              <a:rPr lang="en-US" sz="1250">
                <a:solidFill>
                  <a:srgbClr val="102A43"/>
                </a:solidFill>
              </a:rPr>
              <a:t>• Dataset-level rules (uniqueness) run an aggregate check phase</a:t>
            </a:r>
          </a:p>
          <a:p>
            <a:pPr marL="171450" indent="-171450"/>
            <a:r>
              <a:rPr lang="en-US" sz="1250">
                <a:solidFill>
                  <a:srgbClr val="102A43"/>
                </a:solidFill>
              </a:rPr>
              <a:t>• Rule outcomes persist for audit and incident triage</a:t>
            </a:r>
          </a:p>
        </p:txBody>
      </p:sp>
      <p:sp>
        <p:nvSpPr>
          <p:cNvPr id="21" name="Card Contracts"/>
          <p:cNvSpPr/>
          <p:nvPr/>
        </p:nvSpPr>
        <p:spPr>
          <a:xfrm>
            <a:off x="4726800" y="3620000"/>
            <a:ext cx="3960000" cy="2900000"/>
          </a:xfrm>
          <a:prstGeom prst="roundRect">
            <a:avLst>
              <a:gd name="adj" fmla="val 4000"/>
            </a:avLst>
          </a:prstGeom>
          <a:solidFill>
            <a:srgbClr val="EEF3F6"/>
          </a:solidFill>
          <a:ln>
            <a:noFill/>
          </a:ln>
        </p:spPr>
        <p:txBody>
          <a:bodyPr lIns="182880" tIns="137160" rIns="137160" bIns="137160" anchor="t">
            <a:normAutofit/>
          </a:bodyPr>
          <a:lstStyle/>
          <a:p>
            <a:pPr marL="0" indent="0"/>
            <a:r>
              <a:rPr lang="en-US" sz="1600" b="1">
                <a:solidFill>
                  <a:srgbClr val="0B7285"/>
                </a:solidFill>
              </a:rPr>
              <a:t>Cross-Cutting Contracts</a:t>
            </a:r>
          </a:p>
          <a:p>
            <a:pPr marL="171450" indent="-171450"/>
            <a:r>
              <a:rPr lang="en-US" sz="1250">
                <a:solidFill>
                  <a:srgbClr val="102A43"/>
                </a:solidFill>
              </a:rPr>
              <a:t>• Audit row per run, object, and layer</a:t>
            </a:r>
          </a:p>
          <a:p>
            <a:pPr marL="171450" indent="-171450"/>
            <a:r>
              <a:rPr lang="en-US" sz="1250">
                <a:solidFill>
                  <a:srgbClr val="102A43"/>
                </a:solidFill>
              </a:rPr>
              <a:t>• Deterministic checkpoints; idempotent, safe reruns</a:t>
            </a:r>
          </a:p>
          <a:p>
            <a:pPr marL="171450" indent="-171450"/>
            <a:r>
              <a:rPr lang="en-US" sz="1250">
                <a:solidFill>
                  <a:srgbClr val="102A43"/>
                </a:solidFill>
              </a:rPr>
              <a:t>• Error taxonomy with alert routing</a:t>
            </a:r>
          </a:p>
          <a:p>
            <a:pPr marL="171450" indent="-171450"/>
            <a:r>
              <a:rPr lang="en-US" sz="1250">
                <a:solidFill>
                  <a:srgbClr val="102A43"/>
                </a:solidFill>
              </a:rPr>
              <a:t>• Observability dashboard over pipeline_audit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Deployment and SDLC Pattern</a:t>
            </a:r>
          </a:p>
        </p:txBody>
      </p:sp>
      <p:sp>
        <p:nvSpPr>
          <p:cNvPr id="10" name="Source Bar"/>
          <p:cNvSpPr/>
          <p:nvPr/>
        </p:nvSpPr>
        <p:spPr>
          <a:xfrm>
            <a:off x="457200" y="1400000"/>
            <a:ext cx="8229600" cy="560000"/>
          </a:xfrm>
          <a:prstGeom prst="roundRect">
            <a:avLst>
              <a:gd name="adj" fmla="val 14000"/>
            </a:avLst>
          </a:prstGeom>
          <a:solidFill>
            <a:srgbClr val="082F49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Single source of truth — Bitbucket: code + metadata schemas + docs</a:t>
            </a:r>
          </a:p>
        </p:txBody>
      </p:sp>
      <p:sp>
        <p:nvSpPr>
          <p:cNvPr id="11" name="Card DEV"/>
          <p:cNvSpPr/>
          <p:nvPr/>
        </p:nvSpPr>
        <p:spPr>
          <a:xfrm>
            <a:off x="607000" y="2280000"/>
            <a:ext cx="2150000" cy="240000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 w="19050">
            <a:solidFill>
              <a:srgbClr val="0B7285"/>
            </a:solidFill>
          </a:ln>
        </p:spPr>
        <p:txBody>
          <a:bodyPr lIns="128016" tIns="118872" rIns="100584" bIns="100584" anchor="t">
            <a:normAutofit/>
          </a:bodyPr>
          <a:lstStyle/>
          <a:p>
            <a:pPr marL="0" indent="0" algn="ctr"/>
            <a:r>
              <a:rPr lang="en-US" sz="1600" b="1">
                <a:solidFill>
                  <a:srgbClr val="0B7285"/>
                </a:solidFill>
              </a:rPr>
              <a:t>DEV</a:t>
            </a:r>
          </a:p>
          <a:p>
            <a:pPr marL="152400" indent="-152400"/>
            <a:r>
              <a:rPr lang="en-US" sz="1150">
                <a:solidFill>
                  <a:srgbClr val="102A43"/>
                </a:solidFill>
              </a:rPr>
              <a:t>• Deploy via Asset Bundle</a:t>
            </a:r>
          </a:p>
          <a:p>
            <a:pPr marL="152400" indent="-152400"/>
            <a:r>
              <a:rPr lang="en-US" sz="1150">
                <a:solidFill>
                  <a:srgbClr val="102A43"/>
                </a:solidFill>
              </a:rPr>
              <a:t>• Iterate on a feature branch</a:t>
            </a:r>
          </a:p>
          <a:p>
            <a:pPr marL="152400" indent="-152400"/>
            <a:r>
              <a:rPr lang="en-US" sz="1150">
                <a:solidFill>
                  <a:srgbClr val="102A43"/>
                </a:solidFill>
              </a:rPr>
              <a:t>• Run smoke + integration tests</a:t>
            </a:r>
          </a:p>
        </p:txBody>
      </p:sp>
      <p:sp>
        <p:nvSpPr>
          <p:cNvPr id="12" name="Card QA"/>
          <p:cNvSpPr/>
          <p:nvPr/>
        </p:nvSpPr>
        <p:spPr>
          <a:xfrm>
            <a:off x="3497000" y="2280000"/>
            <a:ext cx="2150000" cy="240000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 w="19050">
            <a:solidFill>
              <a:srgbClr val="0B7285"/>
            </a:solidFill>
          </a:ln>
        </p:spPr>
        <p:txBody>
          <a:bodyPr lIns="128016" tIns="118872" rIns="100584" bIns="100584" anchor="t">
            <a:normAutofit/>
          </a:bodyPr>
          <a:lstStyle/>
          <a:p>
            <a:pPr marL="0" indent="0" algn="ctr"/>
            <a:r>
              <a:rPr lang="en-US" sz="1600" b="1">
                <a:solidFill>
                  <a:srgbClr val="0B7285"/>
                </a:solidFill>
              </a:rPr>
              <a:t>QA</a:t>
            </a:r>
          </a:p>
          <a:p>
            <a:pPr marL="152400" indent="-152400"/>
            <a:r>
              <a:rPr lang="en-US" sz="1150">
                <a:solidFill>
                  <a:srgbClr val="102A43"/>
                </a:solidFill>
              </a:rPr>
              <a:t>• Production-like data shapes</a:t>
            </a:r>
          </a:p>
          <a:p>
            <a:pPr marL="152400" indent="-152400"/>
            <a:r>
              <a:rPr lang="en-US" sz="1150">
                <a:solidFill>
                  <a:srgbClr val="102A43"/>
                </a:solidFill>
              </a:rPr>
              <a:t>• Integration + acceptance tests</a:t>
            </a:r>
          </a:p>
          <a:p>
            <a:pPr marL="152400" indent="-152400"/>
            <a:r>
              <a:rPr lang="en-US" sz="1150">
                <a:solidFill>
                  <a:srgbClr val="102A43"/>
                </a:solidFill>
              </a:rPr>
              <a:t>• Approval gate before release</a:t>
            </a:r>
          </a:p>
        </p:txBody>
      </p:sp>
      <p:sp>
        <p:nvSpPr>
          <p:cNvPr id="13" name="Card PROD"/>
          <p:cNvSpPr/>
          <p:nvPr/>
        </p:nvSpPr>
        <p:spPr>
          <a:xfrm>
            <a:off x="6387000" y="2280000"/>
            <a:ext cx="2150000" cy="2400000"/>
          </a:xfrm>
          <a:prstGeom prst="roundRect">
            <a:avLst>
              <a:gd name="adj" fmla="val 5000"/>
            </a:avLst>
          </a:prstGeom>
          <a:solidFill>
            <a:srgbClr val="0B7285"/>
          </a:solidFill>
          <a:ln>
            <a:noFill/>
          </a:ln>
        </p:spPr>
        <p:txBody>
          <a:bodyPr lIns="128016" tIns="118872" rIns="100584" bIns="100584" anchor="t">
            <a:normAutofit/>
          </a:bodyPr>
          <a:lstStyle/>
          <a:p>
            <a:pPr marL="0" indent="0" algn="ctr"/>
            <a:r>
              <a:rPr lang="en-US" sz="1600" b="1">
                <a:solidFill>
                  <a:srgbClr val="FFFFFF"/>
                </a:solidFill>
              </a:rPr>
              <a:t>PROD</a:t>
            </a:r>
          </a:p>
          <a:p>
            <a:pPr marL="152400" indent="-152400"/>
            <a:r>
              <a:rPr lang="en-US" sz="1150">
                <a:solidFill>
                  <a:srgbClr val="FFFFFF"/>
                </a:solidFill>
              </a:rPr>
              <a:t>• Deploy with service principal</a:t>
            </a:r>
          </a:p>
          <a:p>
            <a:pPr marL="152400" indent="-152400"/>
            <a:r>
              <a:rPr lang="en-US" sz="1150">
                <a:solidFill>
                  <a:srgbClr val="FFFFFF"/>
                </a:solidFill>
              </a:rPr>
              <a:t>• Immutable, tagged artifacts</a:t>
            </a:r>
          </a:p>
          <a:p>
            <a:pPr marL="152400" indent="-152400"/>
            <a:r>
              <a:rPr lang="en-US" sz="1150">
                <a:solidFill>
                  <a:srgbClr val="FFFFFF"/>
                </a:solidFill>
              </a:rPr>
              <a:t>• Automated — no manual edits</a:t>
            </a:r>
          </a:p>
        </p:txBody>
      </p:sp>
      <p:sp>
        <p:nvSpPr>
          <p:cNvPr id="14" name="Gate Arrow 1"/>
          <p:cNvSpPr/>
          <p:nvPr/>
        </p:nvSpPr>
        <p:spPr>
          <a:xfrm>
            <a:off x="2757000" y="3330000"/>
            <a:ext cx="740000" cy="300000"/>
          </a:xfrm>
          <a:prstGeom prst="rightArrow">
            <a:avLst/>
          </a:prstGeom>
          <a:solidFill>
            <a:srgbClr val="082F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ate Arrow 2"/>
          <p:cNvSpPr/>
          <p:nvPr/>
        </p:nvSpPr>
        <p:spPr>
          <a:xfrm>
            <a:off x="5647000" y="3330000"/>
            <a:ext cx="740000" cy="300000"/>
          </a:xfrm>
          <a:prstGeom prst="rightArrow">
            <a:avLst/>
          </a:prstGeom>
          <a:solidFill>
            <a:srgbClr val="082F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Gate Caption 1"/>
          <p:cNvSpPr txBox="1"/>
          <p:nvPr/>
        </p:nvSpPr>
        <p:spPr>
          <a:xfrm>
            <a:off x="2627000" y="4700000"/>
            <a:ext cx="1000000" cy="36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US" sz="1000" b="1">
                <a:solidFill>
                  <a:srgbClr val="082F49"/>
                </a:solidFill>
              </a:rPr>
              <a:t>Pull request + policy checks</a:t>
            </a:r>
          </a:p>
        </p:txBody>
      </p:sp>
      <p:sp>
        <p:nvSpPr>
          <p:cNvPr id="17" name="Gate Caption 2"/>
          <p:cNvSpPr txBox="1"/>
          <p:nvPr/>
        </p:nvSpPr>
        <p:spPr>
          <a:xfrm>
            <a:off x="5517000" y="4700000"/>
            <a:ext cx="1000000" cy="36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US" sz="1000" b="1">
                <a:solidFill>
                  <a:srgbClr val="082F49"/>
                </a:solidFill>
              </a:rPr>
              <a:t>CI validate + approval</a:t>
            </a:r>
          </a:p>
        </p:txBody>
      </p:sp>
      <p:sp>
        <p:nvSpPr>
          <p:cNvPr id="18" name="Chip Deploy"/>
          <p:cNvSpPr/>
          <p:nvPr/>
        </p:nvSpPr>
        <p:spPr>
          <a:xfrm>
            <a:off x="607000" y="5300000"/>
            <a:ext cx="3830000" cy="1050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C9D6DF"/>
            </a:solidFill>
          </a:ln>
        </p:spPr>
        <p:txBody>
          <a:bodyPr lIns="128016" tIns="91440" rIns="100584" bIns="91440" anchor="ctr">
            <a:normAutofit/>
          </a:bodyPr>
          <a:lstStyle/>
          <a:p>
            <a:pPr marL="0" indent="0"/>
            <a:r>
              <a:rPr lang="en-US" sz="1250" b="1">
                <a:solidFill>
                  <a:srgbClr val="0B7285"/>
                </a:solidFill>
              </a:rPr>
              <a:t>Deploy mechanism</a:t>
            </a:r>
          </a:p>
          <a:p>
            <a:pPr marL="0" indent="0"/>
            <a:r>
              <a:rPr lang="en-US" sz="1150">
                <a:solidFill>
                  <a:srgbClr val="102A43"/>
                </a:solidFill>
              </a:rPr>
              <a:t>Databricks Asset Bundle promotes the same artifact to each environment.</a:t>
            </a:r>
          </a:p>
        </p:txBody>
      </p:sp>
      <p:sp>
        <p:nvSpPr>
          <p:cNvPr id="19" name="Chip Rollback"/>
          <p:cNvSpPr/>
          <p:nvPr/>
        </p:nvSpPr>
        <p:spPr>
          <a:xfrm>
            <a:off x="4707000" y="5300000"/>
            <a:ext cx="3830000" cy="1050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C9D6DF"/>
            </a:solidFill>
          </a:ln>
        </p:spPr>
        <p:txBody>
          <a:bodyPr lIns="128016" tIns="91440" rIns="100584" bIns="91440" anchor="ctr">
            <a:normAutofit/>
          </a:bodyPr>
          <a:lstStyle/>
          <a:p>
            <a:pPr marL="0" indent="0"/>
            <a:r>
              <a:rPr lang="en-US" sz="1250" b="1">
                <a:solidFill>
                  <a:srgbClr val="0B7285"/>
                </a:solidFill>
              </a:rPr>
              <a:t>Rollback</a:t>
            </a:r>
          </a:p>
          <a:p>
            <a:pPr marL="0" indent="0"/>
            <a:r>
              <a:rPr lang="en-US" sz="1150">
                <a:solidFill>
                  <a:srgbClr val="102A43"/>
                </a:solidFill>
              </a:rPr>
              <a:t>Restore a prior state through versioned metadata and a tagged release.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Open Technical Risks and Decisions</a:t>
            </a:r>
          </a:p>
        </p:txBody>
      </p:sp>
      <p:graphicFrame>
        <p:nvGraphicFramePr>
          <p:cNvPr id="3" name="Decis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40845"/>
              </p:ext>
            </p:extLst>
          </p:nvPr>
        </p:nvGraphicFramePr>
        <p:xfrm>
          <a:off x="457200" y="1361474"/>
          <a:ext cx="8229600" cy="52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Open Decision</a:t>
                      </a:r>
                    </a:p>
                  </a:txBody>
                  <a:tcPr anchor="ctr"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Recommended Direction</a:t>
                      </a:r>
                    </a:p>
                  </a:txBody>
                  <a:tcPr anchor="ctr">
                    <a:solidFill>
                      <a:srgbClr val="0B72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/>
                      <a:r>
                        <a:rPr lang="en-US" sz="1300" b="1">
                          <a:solidFill>
                            <a:srgbClr val="082F49"/>
                          </a:solidFill>
                        </a:rPr>
                        <a:t>Execution engine (Phase 5)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300">
                          <a:solidFill>
                            <a:srgbClr val="102A43"/>
                          </a:solidFill>
                        </a:rPr>
                        <a:t>Decide between plain PySpark jobs and native Lakeflow Declarative Pipelines,or a flexibility of both, then document the choice with the design team. Lakeflow Jobs run the procedural outer loop; SDP handles declarative dataset dependencies.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000">
                <a:tc>
                  <a:txBody>
                    <a:bodyPr/>
                    <a:lstStyle/>
                    <a:p>
                      <a:pPr marL="0" indent="0"/>
                      <a:r>
                        <a:rPr lang="en-US" sz="1300" b="1">
                          <a:solidFill>
                            <a:srgbClr val="082F49"/>
                          </a:solidFill>
                        </a:rPr>
                        <a:t>Canonical load semantics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300">
                          <a:solidFill>
                            <a:srgbClr val="102A43"/>
                          </a:solidFill>
                        </a:rPr>
                        <a:t>Standardize FULL / INCREMENTAL / CDC / SNAPSHOT precedence and required fields — INCREMENTAL needs an incremental_column, CDC needs a primary_key plus sequence column.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/>
                      <a:r>
                        <a:rPr lang="en-US" sz="1300" b="1">
                          <a:solidFill>
                            <a:srgbClr val="082F49"/>
                          </a:solidFill>
                        </a:rPr>
                        <a:t>Contract versioning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300">
                          <a:solidFill>
                            <a:srgbClr val="102A43"/>
                          </a:solidFill>
                        </a:rPr>
                        <a:t>Keep IngestionSpec as the neutral, generation-agnostic contract so the metadata model can evolve without breaking the stage generators.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/>
                      <a:r>
                        <a:rPr lang="en-US" sz="1300" b="1">
                          <a:solidFill>
                            <a:srgbClr val="082F49"/>
                          </a:solidFill>
                        </a:rPr>
                        <a:t>Secrets across connectors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300">
                          <a:solidFill>
                            <a:srgbClr val="102A43"/>
                          </a:solidFill>
                        </a:rPr>
                        <a:t>Reference secrets through connection_ref and Unity Catalog connections; never store credentials as plaintext.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/>
                      <a:r>
                        <a:rPr lang="en-US" sz="1300" b="1">
                          <a:solidFill>
                            <a:srgbClr val="082F49"/>
                          </a:solidFill>
                        </a:rPr>
                        <a:t>Governance and ownership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300">
                          <a:solidFill>
                            <a:srgbClr val="102A43"/>
                          </a:solidFill>
                        </a:rPr>
                        <a:t>Preserve the responsibility model across source, platform, data engineering, governance, and CI/CD; the framework standardizes onboarding but does not bypass enterprise access controls.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/>
                      <a:r>
                        <a:rPr lang="en-US" sz="1300" b="1">
                          <a:solidFill>
                            <a:srgbClr val="082F49"/>
                          </a:solidFill>
                        </a:rPr>
                        <a:t>Performance guardrails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300">
                          <a:solidFill>
                            <a:srgbClr val="102A43"/>
                          </a:solidFill>
                        </a:rPr>
                        <a:t>Bound high-volume object parallelism with execution_order and parallel_group in object_config.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B3C5D"/>
                </a:solidFill>
              </a:rPr>
              <a:t>Expected Business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662" y="2217343"/>
            <a:ext cx="3801592" cy="39596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200" b="1">
                <a:solidFill>
                  <a:srgbClr val="0B7285"/>
                </a:solidFill>
              </a:defRPr>
            </a:pPr>
            <a:r>
              <a:rPr lang="en-US" sz="2100"/>
              <a:t>Operational Benefits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/>
              <a:t>• Faster dataset onboarding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/>
              <a:t>• Lower engineering rework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/>
              <a:t>• Reusable cross-project architecture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/>
              <a:t>• Consistent DQ and audit contracts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>
                <a:highlight>
                  <a:srgbClr val="FFFF00"/>
                </a:highlight>
              </a:rPr>
              <a:t>	Look into Databricks time travel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>
                <a:highlight>
                  <a:srgbClr val="FFFF00"/>
                </a:highlight>
              </a:rPr>
              <a:t>	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r>
              <a:rPr lang="en-US" sz="1600">
                <a:highlight>
                  <a:srgbClr val="FFFF00"/>
                </a:highlight>
              </a:rPr>
              <a:t>What do you want to track?</a:t>
            </a:r>
          </a:p>
          <a:p>
            <a:pPr marL="1200150" lvl="2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r>
              <a:rPr lang="en-US" sz="1600">
                <a:highlight>
                  <a:srgbClr val="FFFF00"/>
                </a:highlight>
              </a:rPr>
              <a:t>Every small thing that was changed in a table?</a:t>
            </a:r>
          </a:p>
          <a:p>
            <a:pPr marL="1200150" lvl="2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r>
              <a:rPr lang="en-US" sz="1600">
                <a:highlight>
                  <a:srgbClr val="FFFF00"/>
                </a:highlight>
              </a:rPr>
              <a:t>That’s a lot of overhead (holding lots of data), think it through carefully</a:t>
            </a:r>
          </a:p>
          <a:p>
            <a:pPr marL="1200150" lvl="2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r>
              <a:rPr lang="en-US" sz="1600">
                <a:highlight>
                  <a:srgbClr val="FFFF00"/>
                </a:highlight>
              </a:rPr>
              <a:t>This shouldn’t be available for all tables.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endParaRPr lang="en-US" sz="21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endParaRPr lang="en-US" sz="21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endParaRPr lang="en-US" sz="21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endParaRPr lang="en-US" sz="2100"/>
          </a:p>
        </p:txBody>
      </p:sp>
      <p:sp>
        <p:nvSpPr>
          <p:cNvPr id="4" name="TextBox 3"/>
          <p:cNvSpPr txBox="1"/>
          <p:nvPr/>
        </p:nvSpPr>
        <p:spPr>
          <a:xfrm>
            <a:off x="4730249" y="2181360"/>
            <a:ext cx="398041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B7285"/>
                </a:solidFill>
              </a:defRPr>
            </a:pPr>
            <a:r>
              <a:rPr lang="en-US"/>
              <a:t>Governance Benefits</a:t>
            </a:r>
          </a:p>
          <a:p>
            <a:pPr lvl="1"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/>
              <a:t>• Versioned metadata and code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r>
              <a:rPr lang="en-US" sz="1600">
                <a:highlight>
                  <a:srgbClr val="FFFF00"/>
                </a:highlight>
              </a:rPr>
              <a:t>Versioning database migration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/>
              <a:t>• Traceable change history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r>
              <a:rPr lang="en-US" sz="1600">
                <a:highlight>
                  <a:srgbClr val="FFFF00"/>
                </a:highlight>
              </a:rPr>
              <a:t>There should be a table or record of the version of iDEE for DB.</a:t>
            </a:r>
          </a:p>
          <a:p>
            <a:pPr lvl="1"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/>
              <a:t>• Standardized templates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r>
              <a:rPr lang="en-US" sz="1600"/>
              <a:t>No custom architectures</a:t>
            </a:r>
          </a:p>
          <a:p>
            <a:pPr lvl="1">
              <a:spcAft>
                <a:spcPts val="600"/>
              </a:spcAft>
              <a:defRPr sz="1800">
                <a:solidFill>
                  <a:srgbClr val="102A43"/>
                </a:solidFill>
              </a:defRPr>
            </a:pPr>
            <a:r>
              <a:rPr lang="en-US" sz="1600"/>
              <a:t>• Improved reliability and accountability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02A43"/>
                </a:solidFill>
              </a:defRPr>
            </a:pPr>
            <a:r>
              <a:rPr lang="en-US" sz="1600"/>
              <a:t>Lego acrchitecture helps speed up RCA during downtime</a:t>
            </a:r>
          </a:p>
        </p:txBody>
      </p:sp>
    </p:spTree>
    <p:extLst>
      <p:ext uri="{BB962C8B-B14F-4D97-AF65-F5344CB8AC3E}">
        <p14:creationId xmlns:p14="http://schemas.microsoft.com/office/powerpoint/2010/main" val="3064889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250000"/>
            <a:ext cx="8224000" cy="560000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rgbClr val="082F49"/>
                </a:solidFill>
              </a:rPr>
              <a:t>Next Steps</a:t>
            </a:r>
          </a:p>
        </p:txBody>
      </p:sp>
      <p:sp>
        <p:nvSpPr>
          <p:cNvPr id="100" name="row"/>
          <p:cNvSpPr/>
          <p:nvPr/>
        </p:nvSpPr>
        <p:spPr>
          <a:xfrm>
            <a:off x="460000" y="1420000"/>
            <a:ext cx="8224000" cy="906000"/>
          </a:xfrm>
          <a:prstGeom prst="roundRect">
            <a:avLst>
              <a:gd name="adj" fmla="val 9000"/>
            </a:avLst>
          </a:prstGeom>
          <a:solidFill>
            <a:srgbClr val="F0F3F5"/>
          </a:solidFill>
          <a:ln w="12700">
            <a:solidFill>
              <a:srgbClr val="0B3C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"/>
          <p:cNvSpPr/>
          <p:nvPr/>
        </p:nvSpPr>
        <p:spPr>
          <a:xfrm>
            <a:off x="680000" y="1593000"/>
            <a:ext cx="560000" cy="560000"/>
          </a:xfrm>
          <a:prstGeom prst="ellipse">
            <a:avLst/>
          </a:prstGeom>
          <a:solidFill>
            <a:srgbClr val="0B3C5D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pill"/>
          <p:cNvSpPr/>
          <p:nvPr/>
        </p:nvSpPr>
        <p:spPr>
          <a:xfrm>
            <a:off x="6974000" y="1713000"/>
            <a:ext cx="1560000" cy="320000"/>
          </a:xfrm>
          <a:prstGeom prst="roundRect">
            <a:avLst>
              <a:gd name="adj" fmla="val 50000"/>
            </a:avLst>
          </a:prstGeom>
          <a:solidFill>
            <a:srgbClr val="DCE3E8"/>
          </a:solidFill>
          <a:ln w="9525">
            <a:solidFill>
              <a:srgbClr val="0B3C5D"/>
            </a:solidFill>
          </a:ln>
        </p:spPr>
        <p:txBody>
          <a:bodyPr lIns="45720" tIns="0" rIns="45720" bIns="0" rtlCol="0" anchor="ctr"/>
          <a:lstStyle/>
          <a:p>
            <a:pPr algn="ctr"/>
            <a:r>
              <a:rPr lang="en-US" sz="1000" b="1">
                <a:solidFill>
                  <a:srgbClr val="0B3C5D"/>
                </a:solidFill>
              </a:rPr>
              <a:t>Immediate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360000" y="1550000"/>
            <a:ext cx="5494000" cy="34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350" b="1">
                <a:solidFill>
                  <a:srgbClr val="0B3C5D"/>
                </a:solidFill>
              </a:rPr>
              <a:t>Metadata Foundation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360000" y="1890000"/>
            <a:ext cx="5494000" cy="406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1050">
                <a:solidFill>
                  <a:srgbClr val="4A5A6A"/>
                </a:solidFill>
              </a:rPr>
              <a:t>Create the six metadata tables, seed DEV data, and implement the metadata reader with validated ingestion specs.</a:t>
            </a:r>
          </a:p>
        </p:txBody>
      </p:sp>
      <p:sp>
        <p:nvSpPr>
          <p:cNvPr id="105" name="row"/>
          <p:cNvSpPr/>
          <p:nvPr/>
        </p:nvSpPr>
        <p:spPr>
          <a:xfrm>
            <a:off x="460000" y="2456000"/>
            <a:ext cx="8224000" cy="906000"/>
          </a:xfrm>
          <a:prstGeom prst="roundRect">
            <a:avLst>
              <a:gd name="adj" fmla="val 9000"/>
            </a:avLst>
          </a:prstGeom>
          <a:solidFill>
            <a:srgbClr val="F0F6F9"/>
          </a:solidFill>
          <a:ln w="12700">
            <a:solidFill>
              <a:srgbClr val="13749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b"/>
          <p:cNvSpPr/>
          <p:nvPr/>
        </p:nvSpPr>
        <p:spPr>
          <a:xfrm>
            <a:off x="680000" y="2629000"/>
            <a:ext cx="560000" cy="560000"/>
          </a:xfrm>
          <a:prstGeom prst="ellipse">
            <a:avLst/>
          </a:prstGeom>
          <a:solidFill>
            <a:srgbClr val="13749B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pill"/>
          <p:cNvSpPr/>
          <p:nvPr/>
        </p:nvSpPr>
        <p:spPr>
          <a:xfrm>
            <a:off x="6974000" y="2749000"/>
            <a:ext cx="1560000" cy="320000"/>
          </a:xfrm>
          <a:prstGeom prst="roundRect">
            <a:avLst>
              <a:gd name="adj" fmla="val 50000"/>
            </a:avLst>
          </a:prstGeom>
          <a:solidFill>
            <a:srgbClr val="DDEBF1"/>
          </a:solidFill>
          <a:ln w="9525">
            <a:solidFill>
              <a:srgbClr val="13749B"/>
            </a:solidFill>
          </a:ln>
        </p:spPr>
        <p:txBody>
          <a:bodyPr lIns="45720" tIns="0" rIns="45720" bIns="0" rtlCol="0" anchor="ctr"/>
          <a:lstStyle/>
          <a:p>
            <a:pPr algn="ctr"/>
            <a:r>
              <a:rPr lang="en-US" sz="1000" b="1">
                <a:solidFill>
                  <a:srgbClr val="13749B"/>
                </a:solidFill>
              </a:rPr>
              <a:t>Short-term</a:t>
            </a:r>
          </a:p>
        </p:txBody>
      </p:sp>
      <p:sp>
        <p:nvSpPr>
          <p:cNvPr id="108" name="t"/>
          <p:cNvSpPr txBox="1"/>
          <p:nvPr/>
        </p:nvSpPr>
        <p:spPr>
          <a:xfrm>
            <a:off x="1360000" y="2586000"/>
            <a:ext cx="5494000" cy="34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350" b="1">
                <a:solidFill>
                  <a:srgbClr val="13749B"/>
                </a:solidFill>
              </a:rPr>
              <a:t>Stage Implementation</a:t>
            </a:r>
          </a:p>
        </p:txBody>
      </p:sp>
      <p:sp>
        <p:nvSpPr>
          <p:cNvPr id="109" name="t"/>
          <p:cNvSpPr txBox="1"/>
          <p:nvPr/>
        </p:nvSpPr>
        <p:spPr>
          <a:xfrm>
            <a:off x="1360000" y="2926000"/>
            <a:ext cx="5494000" cy="406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1050">
                <a:solidFill>
                  <a:srgbClr val="4A5A6A"/>
                </a:solidFill>
              </a:rPr>
              <a:t>Build the Bronze, Silver, and Quality generators from metadata config, with audit writes wired in.</a:t>
            </a:r>
          </a:p>
        </p:txBody>
      </p:sp>
      <p:sp>
        <p:nvSpPr>
          <p:cNvPr id="110" name="row"/>
          <p:cNvSpPr/>
          <p:nvPr/>
        </p:nvSpPr>
        <p:spPr>
          <a:xfrm>
            <a:off x="460000" y="3492000"/>
            <a:ext cx="8224000" cy="906000"/>
          </a:xfrm>
          <a:prstGeom prst="roundRect">
            <a:avLst>
              <a:gd name="adj" fmla="val 9000"/>
            </a:avLst>
          </a:prstGeom>
          <a:solidFill>
            <a:srgbClr val="F1F6F9"/>
          </a:solidFill>
          <a:ln w="12700">
            <a:solidFill>
              <a:srgbClr val="1B6C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b"/>
          <p:cNvSpPr/>
          <p:nvPr/>
        </p:nvSpPr>
        <p:spPr>
          <a:xfrm>
            <a:off x="680000" y="3665000"/>
            <a:ext cx="560000" cy="560000"/>
          </a:xfrm>
          <a:prstGeom prst="ellipse">
            <a:avLst/>
          </a:prstGeom>
          <a:solidFill>
            <a:srgbClr val="1B6CA8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2" name="pill"/>
          <p:cNvSpPr/>
          <p:nvPr/>
        </p:nvSpPr>
        <p:spPr>
          <a:xfrm>
            <a:off x="6974000" y="3785000"/>
            <a:ext cx="1560000" cy="320000"/>
          </a:xfrm>
          <a:prstGeom prst="roundRect">
            <a:avLst>
              <a:gd name="adj" fmla="val 50000"/>
            </a:avLst>
          </a:prstGeom>
          <a:solidFill>
            <a:srgbClr val="DFEAF2"/>
          </a:solidFill>
          <a:ln w="9525">
            <a:solidFill>
              <a:srgbClr val="1B6CA8"/>
            </a:solidFill>
          </a:ln>
        </p:spPr>
        <p:txBody>
          <a:bodyPr lIns="45720" tIns="0" rIns="45720" bIns="0" rtlCol="0" anchor="ctr"/>
          <a:lstStyle/>
          <a:p>
            <a:pPr algn="ctr"/>
            <a:r>
              <a:rPr lang="en-US" sz="1000" b="1">
                <a:solidFill>
                  <a:srgbClr val="1B6CA8"/>
                </a:solidFill>
              </a:rPr>
              <a:t>Medium-term</a:t>
            </a:r>
          </a:p>
        </p:txBody>
      </p:sp>
      <p:sp>
        <p:nvSpPr>
          <p:cNvPr id="113" name="t"/>
          <p:cNvSpPr txBox="1"/>
          <p:nvPr/>
        </p:nvSpPr>
        <p:spPr>
          <a:xfrm>
            <a:off x="1360000" y="3622000"/>
            <a:ext cx="5494000" cy="34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350" b="1">
                <a:solidFill>
                  <a:srgbClr val="1B6CA8"/>
                </a:solidFill>
              </a:rPr>
              <a:t>Orchestration</a:t>
            </a:r>
          </a:p>
        </p:txBody>
      </p:sp>
      <p:sp>
        <p:nvSpPr>
          <p:cNvPr id="114" name="t"/>
          <p:cNvSpPr txBox="1"/>
          <p:nvPr/>
        </p:nvSpPr>
        <p:spPr>
          <a:xfrm>
            <a:off x="1360000" y="3962000"/>
            <a:ext cx="5494000" cy="406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1050">
                <a:solidFill>
                  <a:srgbClr val="4A5A6A"/>
                </a:solidFill>
              </a:rPr>
              <a:t>Add execution order and parallel groups to the runner, wire the six-task Lakeflow job, and deploy to QA.</a:t>
            </a:r>
          </a:p>
        </p:txBody>
      </p:sp>
      <p:sp>
        <p:nvSpPr>
          <p:cNvPr id="115" name="row"/>
          <p:cNvSpPr/>
          <p:nvPr/>
        </p:nvSpPr>
        <p:spPr>
          <a:xfrm>
            <a:off x="460000" y="4528000"/>
            <a:ext cx="8224000" cy="906000"/>
          </a:xfrm>
          <a:prstGeom prst="roundRect">
            <a:avLst>
              <a:gd name="adj" fmla="val 9000"/>
            </a:avLst>
          </a:prstGeom>
          <a:solidFill>
            <a:srgbClr val="FAF7F3"/>
          </a:solidFill>
          <a:ln w="12700">
            <a:solidFill>
              <a:srgbClr val="B07B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b"/>
          <p:cNvSpPr/>
          <p:nvPr/>
        </p:nvSpPr>
        <p:spPr>
          <a:xfrm>
            <a:off x="680000" y="4701000"/>
            <a:ext cx="560000" cy="560000"/>
          </a:xfrm>
          <a:prstGeom prst="ellipse">
            <a:avLst/>
          </a:prstGeom>
          <a:solidFill>
            <a:srgbClr val="B07B3A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7" name="pill"/>
          <p:cNvSpPr/>
          <p:nvPr/>
        </p:nvSpPr>
        <p:spPr>
          <a:xfrm>
            <a:off x="6974000" y="4821000"/>
            <a:ext cx="1560000" cy="320000"/>
          </a:xfrm>
          <a:prstGeom prst="roundRect">
            <a:avLst>
              <a:gd name="adj" fmla="val 50000"/>
            </a:avLst>
          </a:prstGeom>
          <a:solidFill>
            <a:srgbClr val="F3ECE3"/>
          </a:solidFill>
          <a:ln w="9525">
            <a:solidFill>
              <a:srgbClr val="B07B3A"/>
            </a:solidFill>
          </a:ln>
        </p:spPr>
        <p:txBody>
          <a:bodyPr lIns="45720" tIns="0" rIns="45720" bIns="0" rtlCol="0" anchor="ctr"/>
          <a:lstStyle/>
          <a:p>
            <a:pPr algn="ctr"/>
            <a:r>
              <a:rPr lang="en-US" sz="1000" b="1">
                <a:solidFill>
                  <a:srgbClr val="B07B3A"/>
                </a:solidFill>
              </a:rPr>
              <a:t>Design</a:t>
            </a:r>
          </a:p>
        </p:txBody>
      </p:sp>
      <p:sp>
        <p:nvSpPr>
          <p:cNvPr id="118" name="t"/>
          <p:cNvSpPr txBox="1"/>
          <p:nvPr/>
        </p:nvSpPr>
        <p:spPr>
          <a:xfrm>
            <a:off x="1360000" y="4658000"/>
            <a:ext cx="5494000" cy="34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350" b="1">
                <a:solidFill>
                  <a:srgbClr val="B07B3A"/>
                </a:solidFill>
              </a:rPr>
              <a:t>Execution Engine Decision</a:t>
            </a:r>
          </a:p>
        </p:txBody>
      </p:sp>
      <p:sp>
        <p:nvSpPr>
          <p:cNvPr id="119" name="t"/>
          <p:cNvSpPr txBox="1"/>
          <p:nvPr/>
        </p:nvSpPr>
        <p:spPr>
          <a:xfrm>
            <a:off x="1360000" y="4998000"/>
            <a:ext cx="5494000" cy="406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1050">
                <a:solidFill>
                  <a:srgbClr val="4A5A6A"/>
                </a:solidFill>
              </a:rPr>
              <a:t>Decide between plain PySpark jobs or native Lakeflow Declarative Pipelines, then document the call with the design team.</a:t>
            </a:r>
          </a:p>
        </p:txBody>
      </p:sp>
      <p:sp>
        <p:nvSpPr>
          <p:cNvPr id="120" name="row"/>
          <p:cNvSpPr/>
          <p:nvPr/>
        </p:nvSpPr>
        <p:spPr>
          <a:xfrm>
            <a:off x="460000" y="5564000"/>
            <a:ext cx="8224000" cy="906000"/>
          </a:xfrm>
          <a:prstGeom prst="roundRect">
            <a:avLst>
              <a:gd name="adj" fmla="val 9000"/>
            </a:avLst>
          </a:prstGeom>
          <a:solidFill>
            <a:srgbClr val="F3F8F5"/>
          </a:solidFill>
          <a:ln w="12700">
            <a:solidFill>
              <a:srgbClr val="3C8C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b"/>
          <p:cNvSpPr/>
          <p:nvPr/>
        </p:nvSpPr>
        <p:spPr>
          <a:xfrm>
            <a:off x="680000" y="5737000"/>
            <a:ext cx="560000" cy="560000"/>
          </a:xfrm>
          <a:prstGeom prst="ellipse">
            <a:avLst/>
          </a:prstGeom>
          <a:solidFill>
            <a:srgbClr val="3C8C5A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22" name="pill"/>
          <p:cNvSpPr/>
          <p:nvPr/>
        </p:nvSpPr>
        <p:spPr>
          <a:xfrm>
            <a:off x="6974000" y="5857000"/>
            <a:ext cx="1560000" cy="32000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 w="9525">
            <a:solidFill>
              <a:srgbClr val="3C8C5A"/>
            </a:solidFill>
          </a:ln>
        </p:spPr>
        <p:txBody>
          <a:bodyPr lIns="45720" tIns="0" rIns="45720" bIns="0" rtlCol="0" anchor="ctr"/>
          <a:lstStyle/>
          <a:p>
            <a:pPr algn="ctr"/>
            <a:r>
              <a:rPr lang="en-US" sz="1000" b="1">
                <a:solidFill>
                  <a:srgbClr val="3C8C5A"/>
                </a:solidFill>
              </a:rPr>
              <a:t>Enablement</a:t>
            </a:r>
          </a:p>
        </p:txBody>
      </p:sp>
      <p:sp>
        <p:nvSpPr>
          <p:cNvPr id="123" name="t"/>
          <p:cNvSpPr txBox="1"/>
          <p:nvPr/>
        </p:nvSpPr>
        <p:spPr>
          <a:xfrm>
            <a:off x="1360000" y="5694000"/>
            <a:ext cx="5494000" cy="34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/>
            <a:r>
              <a:rPr lang="en-US" sz="1350" b="1">
                <a:solidFill>
                  <a:srgbClr val="3C8C5A"/>
                </a:solidFill>
              </a:rPr>
              <a:t>Developer Experience</a:t>
            </a:r>
          </a:p>
        </p:txBody>
      </p:sp>
      <p:sp>
        <p:nvSpPr>
          <p:cNvPr id="124" name="t"/>
          <p:cNvSpPr txBox="1"/>
          <p:nvPr/>
        </p:nvSpPr>
        <p:spPr>
          <a:xfrm>
            <a:off x="1360000" y="6034000"/>
            <a:ext cx="5494000" cy="406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n-US" sz="1050">
                <a:solidFill>
                  <a:srgbClr val="4A5A6A"/>
                </a:solidFill>
              </a:rPr>
              <a:t>Finalize the provisioning guide and publish seed templates and an onboarding checklist for new teams.</a:t>
            </a:r>
          </a:p>
        </p:txBody>
      </p:sp>
      <p:sp>
        <p:nvSpPr>
          <p:cNvPr id="125" name="t"/>
          <p:cNvSpPr txBox="1"/>
          <p:nvPr/>
        </p:nvSpPr>
        <p:spPr>
          <a:xfrm>
            <a:off x="460000" y="840000"/>
            <a:ext cx="8224000" cy="36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/>
            <a:r>
              <a:rPr lang="en-US" sz="1300" i="1">
                <a:solidFill>
                  <a:srgbClr val="5B6B7B"/>
                </a:solidFill>
              </a:rPr>
              <a:t>A phased roadmap from metadata foundation to developer experience.</a:t>
            </a:r>
          </a:p>
        </p:txBody>
      </p:sp>
    </p:spTree>
    <p:extLst>
      <p:ext uri="{BB962C8B-B14F-4D97-AF65-F5344CB8AC3E}">
        <p14:creationId xmlns:p14="http://schemas.microsoft.com/office/powerpoint/2010/main" val="4743013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6B45-613D-A093-6399-6C9D156D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4C21-67D4-2EDA-1254-F52E41F5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>
                <a:solidFill>
                  <a:srgbClr val="0B3C5D"/>
                </a:solidFill>
              </a:rPr>
              <a:t>Q &amp; A</a:t>
            </a:r>
            <a:endParaRPr>
              <a:solidFill>
                <a:srgbClr val="0B3C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880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509B-9166-23E4-B699-278BDA27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E36D-E5AF-3F82-89DF-34FA9273B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>
                <a:solidFill>
                  <a:srgbClr val="0B3C5D"/>
                </a:solidFill>
              </a:rPr>
              <a:t>END</a:t>
            </a:r>
            <a:endParaRPr>
              <a:solidFill>
                <a:srgbClr val="0B3C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264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2140-D998-0C51-3E99-04F1B1EF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5F3F7-8F75-3670-912A-ECFC65AF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>
                <a:solidFill>
                  <a:srgbClr val="0B3C5D"/>
                </a:solidFill>
              </a:rPr>
              <a:t>Supplemental Slides</a:t>
            </a:r>
            <a:endParaRPr>
              <a:solidFill>
                <a:srgbClr val="0B3C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175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F93E-24E0-E7C4-715F-E62A88B67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CE860-8C64-9219-C267-E052E94F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00" y="220000"/>
            <a:ext cx="8400000" cy="560000"/>
          </a:xfrm>
        </p:spPr>
        <p:txBody>
          <a:bodyPr>
            <a:normAutofit/>
          </a:bodyPr>
          <a:lstStyle/>
          <a:p>
            <a:pPr algn="ctr"/>
            <a:r>
              <a:rPr lang="en-US" sz="2600">
                <a:solidFill>
                  <a:srgbClr val="082F49"/>
                </a:solidFill>
              </a:rPr>
              <a:t>The LEGO Design Philosophy</a:t>
            </a:r>
          </a:p>
        </p:txBody>
      </p:sp>
      <p:sp>
        <p:nvSpPr>
          <p:cNvPr id="172" name="t">
            <a:extLst>
              <a:ext uri="{FF2B5EF4-FFF2-40B4-BE49-F238E27FC236}">
                <a16:creationId xmlns:a16="http://schemas.microsoft.com/office/drawing/2014/main" id="{509E79FE-A1D9-B59A-3BF3-3B5330248F26}"/>
              </a:ext>
            </a:extLst>
          </p:cNvPr>
          <p:cNvSpPr txBox="1"/>
          <p:nvPr/>
        </p:nvSpPr>
        <p:spPr>
          <a:xfrm>
            <a:off x="372000" y="830000"/>
            <a:ext cx="8400000" cy="62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12000"/>
              </a:lnSpc>
            </a:pPr>
            <a:r>
              <a:rPr lang="en-US" sz="1250">
                <a:solidFill>
                  <a:srgbClr val="0B3C5D"/>
                </a:solidFill>
              </a:rPr>
              <a:t>The framework is built as interchangeable LEGO bricks. Each brick is self-contained, well-defined, and replaceable. </a:t>
            </a:r>
          </a:p>
          <a:p>
            <a:pPr algn="ctr">
              <a:lnSpc>
                <a:spcPct val="112000"/>
              </a:lnSpc>
            </a:pPr>
            <a:r>
              <a:rPr lang="en-US" sz="1250">
                <a:solidFill>
                  <a:srgbClr val="5B6B7B"/>
                </a:solidFill>
              </a:rPr>
              <a:t>Metadata controls which bricks activate and how they connect, swapping one brick does not require redesigning the rest.</a:t>
            </a:r>
          </a:p>
        </p:txBody>
      </p:sp>
      <p:sp>
        <p:nvSpPr>
          <p:cNvPr id="100" name="card">
            <a:extLst>
              <a:ext uri="{FF2B5EF4-FFF2-40B4-BE49-F238E27FC236}">
                <a16:creationId xmlns:a16="http://schemas.microsoft.com/office/drawing/2014/main" id="{B5B4048A-9F3B-E977-BE96-AC60F694351C}"/>
              </a:ext>
            </a:extLst>
          </p:cNvPr>
          <p:cNvSpPr/>
          <p:nvPr/>
        </p:nvSpPr>
        <p:spPr>
          <a:xfrm>
            <a:off x="372000" y="164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6EBEE"/>
          </a:solidFill>
          <a:ln w="15875">
            <a:solidFill>
              <a:srgbClr val="0B3C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stud">
            <a:extLst>
              <a:ext uri="{FF2B5EF4-FFF2-40B4-BE49-F238E27FC236}">
                <a16:creationId xmlns:a16="http://schemas.microsoft.com/office/drawing/2014/main" id="{B90BB48D-A847-690F-12EE-5B1EE5037755}"/>
              </a:ext>
            </a:extLst>
          </p:cNvPr>
          <p:cNvSpPr/>
          <p:nvPr/>
        </p:nvSpPr>
        <p:spPr>
          <a:xfrm>
            <a:off x="731280" y="1565000"/>
            <a:ext cx="150000" cy="1500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stud">
            <a:extLst>
              <a:ext uri="{FF2B5EF4-FFF2-40B4-BE49-F238E27FC236}">
                <a16:creationId xmlns:a16="http://schemas.microsoft.com/office/drawing/2014/main" id="{ECCCBFBF-00BD-DD63-EB53-EF947D8554B5}"/>
              </a:ext>
            </a:extLst>
          </p:cNvPr>
          <p:cNvSpPr/>
          <p:nvPr/>
        </p:nvSpPr>
        <p:spPr>
          <a:xfrm>
            <a:off x="1126080" y="1565000"/>
            <a:ext cx="150000" cy="1500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stud">
            <a:extLst>
              <a:ext uri="{FF2B5EF4-FFF2-40B4-BE49-F238E27FC236}">
                <a16:creationId xmlns:a16="http://schemas.microsoft.com/office/drawing/2014/main" id="{6F5B0D94-249F-FAC1-E9B3-34CF9657FAD4}"/>
              </a:ext>
            </a:extLst>
          </p:cNvPr>
          <p:cNvSpPr/>
          <p:nvPr/>
        </p:nvSpPr>
        <p:spPr>
          <a:xfrm>
            <a:off x="1520880" y="1565000"/>
            <a:ext cx="150000" cy="1500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stud">
            <a:extLst>
              <a:ext uri="{FF2B5EF4-FFF2-40B4-BE49-F238E27FC236}">
                <a16:creationId xmlns:a16="http://schemas.microsoft.com/office/drawing/2014/main" id="{9C45B850-106A-482C-0595-149B4BD6B8A7}"/>
              </a:ext>
            </a:extLst>
          </p:cNvPr>
          <p:cNvSpPr/>
          <p:nvPr/>
        </p:nvSpPr>
        <p:spPr>
          <a:xfrm>
            <a:off x="1915680" y="1565000"/>
            <a:ext cx="150000" cy="1500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t">
            <a:extLst>
              <a:ext uri="{FF2B5EF4-FFF2-40B4-BE49-F238E27FC236}">
                <a16:creationId xmlns:a16="http://schemas.microsoft.com/office/drawing/2014/main" id="{F3A3925C-B5B7-5D42-9A26-212CCF025A29}"/>
              </a:ext>
            </a:extLst>
          </p:cNvPr>
          <p:cNvSpPr txBox="1"/>
          <p:nvPr/>
        </p:nvSpPr>
        <p:spPr>
          <a:xfrm>
            <a:off x="372000" y="179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0B3C5D"/>
                </a:solidFill>
              </a:rPr>
              <a:t>CONNECTORS</a:t>
            </a:r>
          </a:p>
        </p:txBody>
      </p:sp>
      <p:sp>
        <p:nvSpPr>
          <p:cNvPr id="106" name="t">
            <a:extLst>
              <a:ext uri="{FF2B5EF4-FFF2-40B4-BE49-F238E27FC236}">
                <a16:creationId xmlns:a16="http://schemas.microsoft.com/office/drawing/2014/main" id="{5622014B-9FD9-3DDA-0810-FDC5E7841A2B}"/>
              </a:ext>
            </a:extLst>
          </p:cNvPr>
          <p:cNvSpPr txBox="1"/>
          <p:nvPr/>
        </p:nvSpPr>
        <p:spPr>
          <a:xfrm>
            <a:off x="372000" y="2070000"/>
            <a:ext cx="1974000" cy="2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750">
                <a:solidFill>
                  <a:srgbClr val="5B6B7B"/>
                </a:solidFill>
              </a:rPr>
              <a:t>L E G O</a:t>
            </a:r>
          </a:p>
        </p:txBody>
      </p:sp>
      <p:cxnSp>
        <p:nvCxnSpPr>
          <p:cNvPr id="107" name="dv">
            <a:extLst>
              <a:ext uri="{FF2B5EF4-FFF2-40B4-BE49-F238E27FC236}">
                <a16:creationId xmlns:a16="http://schemas.microsoft.com/office/drawing/2014/main" id="{7F76DBC8-C319-455E-C5FA-78178447278F}"/>
              </a:ext>
            </a:extLst>
          </p:cNvPr>
          <p:cNvCxnSpPr/>
          <p:nvPr/>
        </p:nvCxnSpPr>
        <p:spPr>
          <a:xfrm>
            <a:off x="552000" y="2340000"/>
            <a:ext cx="1614000" cy="0"/>
          </a:xfrm>
          <a:prstGeom prst="line">
            <a:avLst/>
          </a:prstGeom>
          <a:ln w="9525">
            <a:solidFill>
              <a:srgbClr val="0B3C5D"/>
            </a:solidFill>
          </a:ln>
        </p:spPr>
      </p:cxnSp>
      <p:sp>
        <p:nvSpPr>
          <p:cNvPr id="108" name="t">
            <a:extLst>
              <a:ext uri="{FF2B5EF4-FFF2-40B4-BE49-F238E27FC236}">
                <a16:creationId xmlns:a16="http://schemas.microsoft.com/office/drawing/2014/main" id="{B0C74B1E-890B-CB7F-3E92-C79A8F770851}"/>
              </a:ext>
            </a:extLst>
          </p:cNvPr>
          <p:cNvSpPr txBox="1"/>
          <p:nvPr/>
        </p:nvSpPr>
        <p:spPr>
          <a:xfrm>
            <a:off x="442000" y="2440000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Stream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Flat Files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DBs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APIs</a:t>
            </a:r>
          </a:p>
        </p:txBody>
      </p:sp>
      <p:sp>
        <p:nvSpPr>
          <p:cNvPr id="109" name="card">
            <a:extLst>
              <a:ext uri="{FF2B5EF4-FFF2-40B4-BE49-F238E27FC236}">
                <a16:creationId xmlns:a16="http://schemas.microsoft.com/office/drawing/2014/main" id="{9E57E4CD-4B98-790F-5C29-FE6CC79BE8E1}"/>
              </a:ext>
            </a:extLst>
          </p:cNvPr>
          <p:cNvSpPr/>
          <p:nvPr/>
        </p:nvSpPr>
        <p:spPr>
          <a:xfrm>
            <a:off x="2514000" y="164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7F1F5"/>
          </a:solidFill>
          <a:ln w="15875">
            <a:solidFill>
              <a:srgbClr val="13749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tud">
            <a:extLst>
              <a:ext uri="{FF2B5EF4-FFF2-40B4-BE49-F238E27FC236}">
                <a16:creationId xmlns:a16="http://schemas.microsoft.com/office/drawing/2014/main" id="{0F7D8F9B-EF83-4A32-40F4-E8730EFEE8D3}"/>
              </a:ext>
            </a:extLst>
          </p:cNvPr>
          <p:cNvSpPr/>
          <p:nvPr/>
        </p:nvSpPr>
        <p:spPr>
          <a:xfrm>
            <a:off x="2873280" y="1565000"/>
            <a:ext cx="150000" cy="150000"/>
          </a:xfrm>
          <a:prstGeom prst="ellipse">
            <a:avLst/>
          </a:prstGeom>
          <a:solidFill>
            <a:srgbClr val="13749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stud">
            <a:extLst>
              <a:ext uri="{FF2B5EF4-FFF2-40B4-BE49-F238E27FC236}">
                <a16:creationId xmlns:a16="http://schemas.microsoft.com/office/drawing/2014/main" id="{222D08F2-5F83-09A8-9B6A-72637E677838}"/>
              </a:ext>
            </a:extLst>
          </p:cNvPr>
          <p:cNvSpPr/>
          <p:nvPr/>
        </p:nvSpPr>
        <p:spPr>
          <a:xfrm>
            <a:off x="3268080" y="1565000"/>
            <a:ext cx="150000" cy="150000"/>
          </a:xfrm>
          <a:prstGeom prst="ellipse">
            <a:avLst/>
          </a:prstGeom>
          <a:solidFill>
            <a:srgbClr val="13749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stud">
            <a:extLst>
              <a:ext uri="{FF2B5EF4-FFF2-40B4-BE49-F238E27FC236}">
                <a16:creationId xmlns:a16="http://schemas.microsoft.com/office/drawing/2014/main" id="{9B869528-7F43-68D9-7F75-E508DDB5C295}"/>
              </a:ext>
            </a:extLst>
          </p:cNvPr>
          <p:cNvSpPr/>
          <p:nvPr/>
        </p:nvSpPr>
        <p:spPr>
          <a:xfrm>
            <a:off x="3662880" y="1565000"/>
            <a:ext cx="150000" cy="150000"/>
          </a:xfrm>
          <a:prstGeom prst="ellipse">
            <a:avLst/>
          </a:prstGeom>
          <a:solidFill>
            <a:srgbClr val="13749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stud">
            <a:extLst>
              <a:ext uri="{FF2B5EF4-FFF2-40B4-BE49-F238E27FC236}">
                <a16:creationId xmlns:a16="http://schemas.microsoft.com/office/drawing/2014/main" id="{BDDB7E7D-C4BD-A6AE-115A-5BEA05616109}"/>
              </a:ext>
            </a:extLst>
          </p:cNvPr>
          <p:cNvSpPr/>
          <p:nvPr/>
        </p:nvSpPr>
        <p:spPr>
          <a:xfrm>
            <a:off x="4057680" y="1565000"/>
            <a:ext cx="150000" cy="150000"/>
          </a:xfrm>
          <a:prstGeom prst="ellipse">
            <a:avLst/>
          </a:prstGeom>
          <a:solidFill>
            <a:srgbClr val="13749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4" name="t">
            <a:extLst>
              <a:ext uri="{FF2B5EF4-FFF2-40B4-BE49-F238E27FC236}">
                <a16:creationId xmlns:a16="http://schemas.microsoft.com/office/drawing/2014/main" id="{E5DB9D56-4A13-075B-7ED5-A3271B055CC3}"/>
              </a:ext>
            </a:extLst>
          </p:cNvPr>
          <p:cNvSpPr txBox="1"/>
          <p:nvPr/>
        </p:nvSpPr>
        <p:spPr>
          <a:xfrm>
            <a:off x="2514000" y="179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13749B"/>
                </a:solidFill>
              </a:rPr>
              <a:t>INGESTION</a:t>
            </a:r>
          </a:p>
        </p:txBody>
      </p:sp>
      <p:sp>
        <p:nvSpPr>
          <p:cNvPr id="115" name="t">
            <a:extLst>
              <a:ext uri="{FF2B5EF4-FFF2-40B4-BE49-F238E27FC236}">
                <a16:creationId xmlns:a16="http://schemas.microsoft.com/office/drawing/2014/main" id="{1B371A7C-6D51-F8F2-DBEA-0918F08F9EC7}"/>
              </a:ext>
            </a:extLst>
          </p:cNvPr>
          <p:cNvSpPr txBox="1"/>
          <p:nvPr/>
        </p:nvSpPr>
        <p:spPr>
          <a:xfrm>
            <a:off x="2514000" y="2070000"/>
            <a:ext cx="1974000" cy="2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750">
                <a:solidFill>
                  <a:srgbClr val="5B6B7B"/>
                </a:solidFill>
              </a:rPr>
              <a:t>L E G O</a:t>
            </a:r>
          </a:p>
        </p:txBody>
      </p:sp>
      <p:cxnSp>
        <p:nvCxnSpPr>
          <p:cNvPr id="116" name="dv">
            <a:extLst>
              <a:ext uri="{FF2B5EF4-FFF2-40B4-BE49-F238E27FC236}">
                <a16:creationId xmlns:a16="http://schemas.microsoft.com/office/drawing/2014/main" id="{63481F7D-84A4-5ED4-1348-390CAAA486A9}"/>
              </a:ext>
            </a:extLst>
          </p:cNvPr>
          <p:cNvCxnSpPr/>
          <p:nvPr/>
        </p:nvCxnSpPr>
        <p:spPr>
          <a:xfrm>
            <a:off x="2694000" y="2340000"/>
            <a:ext cx="1614000" cy="0"/>
          </a:xfrm>
          <a:prstGeom prst="line">
            <a:avLst/>
          </a:prstGeom>
          <a:ln w="9525">
            <a:solidFill>
              <a:srgbClr val="13749B"/>
            </a:solidFill>
          </a:ln>
        </p:spPr>
      </p:cxnSp>
      <p:sp>
        <p:nvSpPr>
          <p:cNvPr id="117" name="t">
            <a:extLst>
              <a:ext uri="{FF2B5EF4-FFF2-40B4-BE49-F238E27FC236}">
                <a16:creationId xmlns:a16="http://schemas.microsoft.com/office/drawing/2014/main" id="{74D6E58F-DFA6-CD9A-1D56-8BC60574DFF0}"/>
              </a:ext>
            </a:extLst>
          </p:cNvPr>
          <p:cNvSpPr txBox="1"/>
          <p:nvPr/>
        </p:nvSpPr>
        <p:spPr>
          <a:xfrm>
            <a:off x="2584000" y="2440000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Auto Loader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JDBC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LF Connect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Kafka Conn.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API Conn.</a:t>
            </a:r>
          </a:p>
        </p:txBody>
      </p:sp>
      <p:sp>
        <p:nvSpPr>
          <p:cNvPr id="118" name="card">
            <a:extLst>
              <a:ext uri="{FF2B5EF4-FFF2-40B4-BE49-F238E27FC236}">
                <a16:creationId xmlns:a16="http://schemas.microsoft.com/office/drawing/2014/main" id="{E0478B5F-41FC-F4B5-E771-1FE2E2800226}"/>
              </a:ext>
            </a:extLst>
          </p:cNvPr>
          <p:cNvSpPr/>
          <p:nvPr/>
        </p:nvSpPr>
        <p:spPr>
          <a:xfrm>
            <a:off x="4656000" y="164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6F1F2"/>
          </a:solidFill>
          <a:ln w="15875">
            <a:solidFill>
              <a:srgbClr val="0E7C8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tud">
            <a:extLst>
              <a:ext uri="{FF2B5EF4-FFF2-40B4-BE49-F238E27FC236}">
                <a16:creationId xmlns:a16="http://schemas.microsoft.com/office/drawing/2014/main" id="{5AA92CF5-7875-2F14-B057-99F6845045C3}"/>
              </a:ext>
            </a:extLst>
          </p:cNvPr>
          <p:cNvSpPr/>
          <p:nvPr/>
        </p:nvSpPr>
        <p:spPr>
          <a:xfrm>
            <a:off x="5015280" y="1565000"/>
            <a:ext cx="150000" cy="1500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0" name="stud">
            <a:extLst>
              <a:ext uri="{FF2B5EF4-FFF2-40B4-BE49-F238E27FC236}">
                <a16:creationId xmlns:a16="http://schemas.microsoft.com/office/drawing/2014/main" id="{327062C6-3317-4992-A6D9-587667D4C4ED}"/>
              </a:ext>
            </a:extLst>
          </p:cNvPr>
          <p:cNvSpPr/>
          <p:nvPr/>
        </p:nvSpPr>
        <p:spPr>
          <a:xfrm>
            <a:off x="5410080" y="1565000"/>
            <a:ext cx="150000" cy="1500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stud">
            <a:extLst>
              <a:ext uri="{FF2B5EF4-FFF2-40B4-BE49-F238E27FC236}">
                <a16:creationId xmlns:a16="http://schemas.microsoft.com/office/drawing/2014/main" id="{48A57092-0241-C0ED-277A-2B150A8FDDFC}"/>
              </a:ext>
            </a:extLst>
          </p:cNvPr>
          <p:cNvSpPr/>
          <p:nvPr/>
        </p:nvSpPr>
        <p:spPr>
          <a:xfrm>
            <a:off x="5804880" y="1565000"/>
            <a:ext cx="150000" cy="1500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stud">
            <a:extLst>
              <a:ext uri="{FF2B5EF4-FFF2-40B4-BE49-F238E27FC236}">
                <a16:creationId xmlns:a16="http://schemas.microsoft.com/office/drawing/2014/main" id="{7CE32035-9C0C-370E-7F60-3BA8EE2DDE85}"/>
              </a:ext>
            </a:extLst>
          </p:cNvPr>
          <p:cNvSpPr/>
          <p:nvPr/>
        </p:nvSpPr>
        <p:spPr>
          <a:xfrm>
            <a:off x="6199680" y="1565000"/>
            <a:ext cx="150000" cy="1500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3" name="t">
            <a:extLst>
              <a:ext uri="{FF2B5EF4-FFF2-40B4-BE49-F238E27FC236}">
                <a16:creationId xmlns:a16="http://schemas.microsoft.com/office/drawing/2014/main" id="{6B4719BD-180A-A70D-B136-22841264BA2B}"/>
              </a:ext>
            </a:extLst>
          </p:cNvPr>
          <p:cNvSpPr txBox="1"/>
          <p:nvPr/>
        </p:nvSpPr>
        <p:spPr>
          <a:xfrm>
            <a:off x="4656000" y="179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0E7C86"/>
                </a:solidFill>
              </a:rPr>
              <a:t>METADATA</a:t>
            </a:r>
          </a:p>
        </p:txBody>
      </p:sp>
      <p:sp>
        <p:nvSpPr>
          <p:cNvPr id="124" name="t">
            <a:extLst>
              <a:ext uri="{FF2B5EF4-FFF2-40B4-BE49-F238E27FC236}">
                <a16:creationId xmlns:a16="http://schemas.microsoft.com/office/drawing/2014/main" id="{6A9BE711-284B-70C0-AEC3-B6F22186E754}"/>
              </a:ext>
            </a:extLst>
          </p:cNvPr>
          <p:cNvSpPr txBox="1"/>
          <p:nvPr/>
        </p:nvSpPr>
        <p:spPr>
          <a:xfrm>
            <a:off x="4656000" y="2070000"/>
            <a:ext cx="1974000" cy="2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750">
                <a:solidFill>
                  <a:srgbClr val="5B6B7B"/>
                </a:solidFill>
              </a:rPr>
              <a:t>L E G O</a:t>
            </a:r>
          </a:p>
        </p:txBody>
      </p:sp>
      <p:cxnSp>
        <p:nvCxnSpPr>
          <p:cNvPr id="125" name="dv">
            <a:extLst>
              <a:ext uri="{FF2B5EF4-FFF2-40B4-BE49-F238E27FC236}">
                <a16:creationId xmlns:a16="http://schemas.microsoft.com/office/drawing/2014/main" id="{FC18194B-CE66-7016-6C98-4CBD3677758C}"/>
              </a:ext>
            </a:extLst>
          </p:cNvPr>
          <p:cNvCxnSpPr/>
          <p:nvPr/>
        </p:nvCxnSpPr>
        <p:spPr>
          <a:xfrm>
            <a:off x="4836000" y="2340000"/>
            <a:ext cx="1614000" cy="0"/>
          </a:xfrm>
          <a:prstGeom prst="line">
            <a:avLst/>
          </a:prstGeom>
          <a:ln w="9525">
            <a:solidFill>
              <a:srgbClr val="0E7C86"/>
            </a:solidFill>
          </a:ln>
        </p:spPr>
      </p:cxnSp>
      <p:sp>
        <p:nvSpPr>
          <p:cNvPr id="126" name="t">
            <a:extLst>
              <a:ext uri="{FF2B5EF4-FFF2-40B4-BE49-F238E27FC236}">
                <a16:creationId xmlns:a16="http://schemas.microsoft.com/office/drawing/2014/main" id="{ACED656A-C2F9-BB59-5AD3-3B6A712A027E}"/>
              </a:ext>
            </a:extLst>
          </p:cNvPr>
          <p:cNvSpPr txBox="1"/>
          <p:nvPr/>
        </p:nvSpPr>
        <p:spPr>
          <a:xfrm>
            <a:off x="4726000" y="2440000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0E7C86"/>
                </a:solidFill>
                <a:latin typeface="Consolas"/>
              </a:rPr>
              <a:t>source_config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0E7C86"/>
                </a:solidFill>
                <a:latin typeface="Consolas"/>
              </a:rPr>
              <a:t>object_config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0E7C86"/>
                </a:solidFill>
                <a:latin typeface="Consolas"/>
              </a:rPr>
              <a:t>column_config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0E7C86"/>
                </a:solidFill>
                <a:latin typeface="Consolas"/>
              </a:rPr>
              <a:t>quality_rules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0E7C86"/>
                </a:solidFill>
                <a:latin typeface="Consolas"/>
              </a:rPr>
              <a:t>gold_config</a:t>
            </a:r>
          </a:p>
        </p:txBody>
      </p:sp>
      <p:sp>
        <p:nvSpPr>
          <p:cNvPr id="127" name="card">
            <a:extLst>
              <a:ext uri="{FF2B5EF4-FFF2-40B4-BE49-F238E27FC236}">
                <a16:creationId xmlns:a16="http://schemas.microsoft.com/office/drawing/2014/main" id="{CA158284-95CA-0253-192B-A19C7D1DF071}"/>
              </a:ext>
            </a:extLst>
          </p:cNvPr>
          <p:cNvSpPr/>
          <p:nvPr/>
        </p:nvSpPr>
        <p:spPr>
          <a:xfrm>
            <a:off x="6798000" y="164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8F0F6"/>
          </a:solidFill>
          <a:ln w="15875">
            <a:solidFill>
              <a:srgbClr val="1B6C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tud">
            <a:extLst>
              <a:ext uri="{FF2B5EF4-FFF2-40B4-BE49-F238E27FC236}">
                <a16:creationId xmlns:a16="http://schemas.microsoft.com/office/drawing/2014/main" id="{DEC4CCA7-D5DA-6615-A9CA-09A679FAFC40}"/>
              </a:ext>
            </a:extLst>
          </p:cNvPr>
          <p:cNvSpPr/>
          <p:nvPr/>
        </p:nvSpPr>
        <p:spPr>
          <a:xfrm>
            <a:off x="7157280" y="1565000"/>
            <a:ext cx="150000" cy="1500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" name="stud">
            <a:extLst>
              <a:ext uri="{FF2B5EF4-FFF2-40B4-BE49-F238E27FC236}">
                <a16:creationId xmlns:a16="http://schemas.microsoft.com/office/drawing/2014/main" id="{54FD87DC-0CE8-9FCC-E765-427489257589}"/>
              </a:ext>
            </a:extLst>
          </p:cNvPr>
          <p:cNvSpPr/>
          <p:nvPr/>
        </p:nvSpPr>
        <p:spPr>
          <a:xfrm>
            <a:off x="7552080" y="1565000"/>
            <a:ext cx="150000" cy="1500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stud">
            <a:extLst>
              <a:ext uri="{FF2B5EF4-FFF2-40B4-BE49-F238E27FC236}">
                <a16:creationId xmlns:a16="http://schemas.microsoft.com/office/drawing/2014/main" id="{E12A3DA7-9A82-92B7-8847-6501B02C1A7A}"/>
              </a:ext>
            </a:extLst>
          </p:cNvPr>
          <p:cNvSpPr/>
          <p:nvPr/>
        </p:nvSpPr>
        <p:spPr>
          <a:xfrm>
            <a:off x="7946880" y="1565000"/>
            <a:ext cx="150000" cy="1500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stud">
            <a:extLst>
              <a:ext uri="{FF2B5EF4-FFF2-40B4-BE49-F238E27FC236}">
                <a16:creationId xmlns:a16="http://schemas.microsoft.com/office/drawing/2014/main" id="{5113B305-B052-FF97-369D-FF2D0C5D547D}"/>
              </a:ext>
            </a:extLst>
          </p:cNvPr>
          <p:cNvSpPr/>
          <p:nvPr/>
        </p:nvSpPr>
        <p:spPr>
          <a:xfrm>
            <a:off x="8341680" y="1565000"/>
            <a:ext cx="150000" cy="1500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2" name="t">
            <a:extLst>
              <a:ext uri="{FF2B5EF4-FFF2-40B4-BE49-F238E27FC236}">
                <a16:creationId xmlns:a16="http://schemas.microsoft.com/office/drawing/2014/main" id="{1FBD8069-CFCF-1AA8-9420-D047F3ADEAB1}"/>
              </a:ext>
            </a:extLst>
          </p:cNvPr>
          <p:cNvSpPr txBox="1"/>
          <p:nvPr/>
        </p:nvSpPr>
        <p:spPr>
          <a:xfrm>
            <a:off x="6798000" y="179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1B6CA8"/>
                </a:solidFill>
              </a:rPr>
              <a:t>ORCHESTRATION</a:t>
            </a:r>
          </a:p>
        </p:txBody>
      </p:sp>
      <p:sp>
        <p:nvSpPr>
          <p:cNvPr id="133" name="t">
            <a:extLst>
              <a:ext uri="{FF2B5EF4-FFF2-40B4-BE49-F238E27FC236}">
                <a16:creationId xmlns:a16="http://schemas.microsoft.com/office/drawing/2014/main" id="{3BF71E5B-CF84-95AC-C2FC-D5D924AC6CDB}"/>
              </a:ext>
            </a:extLst>
          </p:cNvPr>
          <p:cNvSpPr txBox="1"/>
          <p:nvPr/>
        </p:nvSpPr>
        <p:spPr>
          <a:xfrm>
            <a:off x="6798000" y="2070000"/>
            <a:ext cx="1974000" cy="2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750">
                <a:solidFill>
                  <a:srgbClr val="5B6B7B"/>
                </a:solidFill>
              </a:rPr>
              <a:t>L E G O</a:t>
            </a:r>
          </a:p>
        </p:txBody>
      </p:sp>
      <p:cxnSp>
        <p:nvCxnSpPr>
          <p:cNvPr id="134" name="dv">
            <a:extLst>
              <a:ext uri="{FF2B5EF4-FFF2-40B4-BE49-F238E27FC236}">
                <a16:creationId xmlns:a16="http://schemas.microsoft.com/office/drawing/2014/main" id="{F43DC71B-4317-494E-5FC8-A4014DC191D8}"/>
              </a:ext>
            </a:extLst>
          </p:cNvPr>
          <p:cNvCxnSpPr/>
          <p:nvPr/>
        </p:nvCxnSpPr>
        <p:spPr>
          <a:xfrm>
            <a:off x="6978000" y="2340000"/>
            <a:ext cx="1614000" cy="0"/>
          </a:xfrm>
          <a:prstGeom prst="line">
            <a:avLst/>
          </a:prstGeom>
          <a:ln w="9525">
            <a:solidFill>
              <a:srgbClr val="1B6CA8"/>
            </a:solidFill>
          </a:ln>
        </p:spPr>
      </p:cxnSp>
      <p:sp>
        <p:nvSpPr>
          <p:cNvPr id="135" name="t">
            <a:extLst>
              <a:ext uri="{FF2B5EF4-FFF2-40B4-BE49-F238E27FC236}">
                <a16:creationId xmlns:a16="http://schemas.microsoft.com/office/drawing/2014/main" id="{8B94957D-F7D6-26D9-36F3-6E39C838225F}"/>
              </a:ext>
            </a:extLst>
          </p:cNvPr>
          <p:cNvSpPr txBox="1"/>
          <p:nvPr/>
        </p:nvSpPr>
        <p:spPr>
          <a:xfrm>
            <a:off x="6868000" y="2440000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Lakeflow Jobs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Schedule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Retry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Monitor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Alert</a:t>
            </a:r>
          </a:p>
        </p:txBody>
      </p:sp>
      <p:sp>
        <p:nvSpPr>
          <p:cNvPr id="136" name="card">
            <a:extLst>
              <a:ext uri="{FF2B5EF4-FFF2-40B4-BE49-F238E27FC236}">
                <a16:creationId xmlns:a16="http://schemas.microsoft.com/office/drawing/2014/main" id="{D564B48C-B197-C789-3363-D939FB7679D7}"/>
              </a:ext>
            </a:extLst>
          </p:cNvPr>
          <p:cNvSpPr/>
          <p:nvPr/>
        </p:nvSpPr>
        <p:spPr>
          <a:xfrm>
            <a:off x="372000" y="418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F7F1EB"/>
          </a:solidFill>
          <a:ln w="15875">
            <a:solidFill>
              <a:srgbClr val="B07B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tud">
            <a:extLst>
              <a:ext uri="{FF2B5EF4-FFF2-40B4-BE49-F238E27FC236}">
                <a16:creationId xmlns:a16="http://schemas.microsoft.com/office/drawing/2014/main" id="{F00E673E-F42F-93BC-2207-F24F6D60E3DD}"/>
              </a:ext>
            </a:extLst>
          </p:cNvPr>
          <p:cNvSpPr/>
          <p:nvPr/>
        </p:nvSpPr>
        <p:spPr>
          <a:xfrm>
            <a:off x="731280" y="4105000"/>
            <a:ext cx="150000" cy="150000"/>
          </a:xfrm>
          <a:prstGeom prst="ellipse">
            <a:avLst/>
          </a:prstGeom>
          <a:solidFill>
            <a:srgbClr val="B07B3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8" name="stud">
            <a:extLst>
              <a:ext uri="{FF2B5EF4-FFF2-40B4-BE49-F238E27FC236}">
                <a16:creationId xmlns:a16="http://schemas.microsoft.com/office/drawing/2014/main" id="{AC4BD417-0025-6A09-7CD2-0876829A0FD8}"/>
              </a:ext>
            </a:extLst>
          </p:cNvPr>
          <p:cNvSpPr/>
          <p:nvPr/>
        </p:nvSpPr>
        <p:spPr>
          <a:xfrm>
            <a:off x="1126080" y="4105000"/>
            <a:ext cx="150000" cy="150000"/>
          </a:xfrm>
          <a:prstGeom prst="ellipse">
            <a:avLst/>
          </a:prstGeom>
          <a:solidFill>
            <a:srgbClr val="B07B3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9" name="stud">
            <a:extLst>
              <a:ext uri="{FF2B5EF4-FFF2-40B4-BE49-F238E27FC236}">
                <a16:creationId xmlns:a16="http://schemas.microsoft.com/office/drawing/2014/main" id="{D548D17D-87E4-5A31-7E9B-C8530BC1B18D}"/>
              </a:ext>
            </a:extLst>
          </p:cNvPr>
          <p:cNvSpPr/>
          <p:nvPr/>
        </p:nvSpPr>
        <p:spPr>
          <a:xfrm>
            <a:off x="1520880" y="4105000"/>
            <a:ext cx="150000" cy="150000"/>
          </a:xfrm>
          <a:prstGeom prst="ellipse">
            <a:avLst/>
          </a:prstGeom>
          <a:solidFill>
            <a:srgbClr val="B07B3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0" name="stud">
            <a:extLst>
              <a:ext uri="{FF2B5EF4-FFF2-40B4-BE49-F238E27FC236}">
                <a16:creationId xmlns:a16="http://schemas.microsoft.com/office/drawing/2014/main" id="{3579E283-DCE9-5B30-1FD4-21587EEA3401}"/>
              </a:ext>
            </a:extLst>
          </p:cNvPr>
          <p:cNvSpPr/>
          <p:nvPr/>
        </p:nvSpPr>
        <p:spPr>
          <a:xfrm>
            <a:off x="1915680" y="4105000"/>
            <a:ext cx="150000" cy="150000"/>
          </a:xfrm>
          <a:prstGeom prst="ellipse">
            <a:avLst/>
          </a:prstGeom>
          <a:solidFill>
            <a:srgbClr val="B07B3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1" name="t">
            <a:extLst>
              <a:ext uri="{FF2B5EF4-FFF2-40B4-BE49-F238E27FC236}">
                <a16:creationId xmlns:a16="http://schemas.microsoft.com/office/drawing/2014/main" id="{50BEA124-242B-BBCB-8BDA-50F8A8E5E2A0}"/>
              </a:ext>
            </a:extLst>
          </p:cNvPr>
          <p:cNvSpPr txBox="1"/>
          <p:nvPr/>
        </p:nvSpPr>
        <p:spPr>
          <a:xfrm>
            <a:off x="372000" y="433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B07B3A"/>
                </a:solidFill>
              </a:rPr>
              <a:t>TRANSFORMATION</a:t>
            </a:r>
          </a:p>
        </p:txBody>
      </p:sp>
      <p:sp>
        <p:nvSpPr>
          <p:cNvPr id="142" name="t">
            <a:extLst>
              <a:ext uri="{FF2B5EF4-FFF2-40B4-BE49-F238E27FC236}">
                <a16:creationId xmlns:a16="http://schemas.microsoft.com/office/drawing/2014/main" id="{AF4270DE-9A5B-9E63-B4E7-900C2F9285B6}"/>
              </a:ext>
            </a:extLst>
          </p:cNvPr>
          <p:cNvSpPr txBox="1"/>
          <p:nvPr/>
        </p:nvSpPr>
        <p:spPr>
          <a:xfrm>
            <a:off x="372000" y="4610000"/>
            <a:ext cx="1974000" cy="2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750">
                <a:solidFill>
                  <a:srgbClr val="5B6B7B"/>
                </a:solidFill>
              </a:rPr>
              <a:t>L E G O</a:t>
            </a:r>
          </a:p>
        </p:txBody>
      </p:sp>
      <p:cxnSp>
        <p:nvCxnSpPr>
          <p:cNvPr id="143" name="dv">
            <a:extLst>
              <a:ext uri="{FF2B5EF4-FFF2-40B4-BE49-F238E27FC236}">
                <a16:creationId xmlns:a16="http://schemas.microsoft.com/office/drawing/2014/main" id="{F5F0280C-74C3-7193-B84D-77FC7177D7E5}"/>
              </a:ext>
            </a:extLst>
          </p:cNvPr>
          <p:cNvCxnSpPr/>
          <p:nvPr/>
        </p:nvCxnSpPr>
        <p:spPr>
          <a:xfrm>
            <a:off x="552000" y="4880000"/>
            <a:ext cx="1614000" cy="0"/>
          </a:xfrm>
          <a:prstGeom prst="line">
            <a:avLst/>
          </a:prstGeom>
          <a:ln w="9525">
            <a:solidFill>
              <a:srgbClr val="B07B3A"/>
            </a:solidFill>
          </a:ln>
        </p:spPr>
      </p:cxnSp>
      <p:sp>
        <p:nvSpPr>
          <p:cNvPr id="144" name="t">
            <a:extLst>
              <a:ext uri="{FF2B5EF4-FFF2-40B4-BE49-F238E27FC236}">
                <a16:creationId xmlns:a16="http://schemas.microsoft.com/office/drawing/2014/main" id="{CDA23C3B-2694-E0AC-E084-4AC67649124E}"/>
              </a:ext>
            </a:extLst>
          </p:cNvPr>
          <p:cNvSpPr txBox="1"/>
          <p:nvPr/>
        </p:nvSpPr>
        <p:spPr>
          <a:xfrm>
            <a:off x="442000" y="4980000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Operators – describe what they are</a:t>
            </a:r>
            <a:br>
              <a:rPr lang="en-US" sz="900">
                <a:solidFill>
                  <a:srgbClr val="4A5A6A"/>
                </a:solidFill>
              </a:rPr>
            </a:br>
            <a:r>
              <a:rPr lang="en-US" sz="900">
                <a:solidFill>
                  <a:srgbClr val="4A5A6A"/>
                </a:solidFill>
              </a:rPr>
              <a:t>incremental?? Or full??? </a:t>
            </a:r>
          </a:p>
        </p:txBody>
      </p:sp>
      <p:sp>
        <p:nvSpPr>
          <p:cNvPr id="145" name="card">
            <a:extLst>
              <a:ext uri="{FF2B5EF4-FFF2-40B4-BE49-F238E27FC236}">
                <a16:creationId xmlns:a16="http://schemas.microsoft.com/office/drawing/2014/main" id="{F7633687-0EA0-E15E-6822-E7DB9D402B3A}"/>
              </a:ext>
            </a:extLst>
          </p:cNvPr>
          <p:cNvSpPr/>
          <p:nvPr/>
        </p:nvSpPr>
        <p:spPr>
          <a:xfrm>
            <a:off x="2514000" y="418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BF3EE"/>
          </a:solidFill>
          <a:ln w="15875">
            <a:solidFill>
              <a:srgbClr val="3C8C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tud">
            <a:extLst>
              <a:ext uri="{FF2B5EF4-FFF2-40B4-BE49-F238E27FC236}">
                <a16:creationId xmlns:a16="http://schemas.microsoft.com/office/drawing/2014/main" id="{2620D9A7-E37C-4F61-4C74-E075CFE3E059}"/>
              </a:ext>
            </a:extLst>
          </p:cNvPr>
          <p:cNvSpPr/>
          <p:nvPr/>
        </p:nvSpPr>
        <p:spPr>
          <a:xfrm>
            <a:off x="2873280" y="4105000"/>
            <a:ext cx="150000" cy="150000"/>
          </a:xfrm>
          <a:prstGeom prst="ellipse">
            <a:avLst/>
          </a:prstGeom>
          <a:solidFill>
            <a:srgbClr val="3C8C5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7" name="stud">
            <a:extLst>
              <a:ext uri="{FF2B5EF4-FFF2-40B4-BE49-F238E27FC236}">
                <a16:creationId xmlns:a16="http://schemas.microsoft.com/office/drawing/2014/main" id="{7CCB0573-0EB6-925D-0096-C22CDFA5274A}"/>
              </a:ext>
            </a:extLst>
          </p:cNvPr>
          <p:cNvSpPr/>
          <p:nvPr/>
        </p:nvSpPr>
        <p:spPr>
          <a:xfrm>
            <a:off x="3268080" y="4105000"/>
            <a:ext cx="150000" cy="150000"/>
          </a:xfrm>
          <a:prstGeom prst="ellipse">
            <a:avLst/>
          </a:prstGeom>
          <a:solidFill>
            <a:srgbClr val="3C8C5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8" name="stud">
            <a:extLst>
              <a:ext uri="{FF2B5EF4-FFF2-40B4-BE49-F238E27FC236}">
                <a16:creationId xmlns:a16="http://schemas.microsoft.com/office/drawing/2014/main" id="{C4F9DAD9-F894-D853-3329-40820DD9AAEF}"/>
              </a:ext>
            </a:extLst>
          </p:cNvPr>
          <p:cNvSpPr/>
          <p:nvPr/>
        </p:nvSpPr>
        <p:spPr>
          <a:xfrm>
            <a:off x="3662880" y="4105000"/>
            <a:ext cx="150000" cy="150000"/>
          </a:xfrm>
          <a:prstGeom prst="ellipse">
            <a:avLst/>
          </a:prstGeom>
          <a:solidFill>
            <a:srgbClr val="3C8C5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9" name="stud">
            <a:extLst>
              <a:ext uri="{FF2B5EF4-FFF2-40B4-BE49-F238E27FC236}">
                <a16:creationId xmlns:a16="http://schemas.microsoft.com/office/drawing/2014/main" id="{07E234D8-F0F0-D471-D41E-501A895D4A52}"/>
              </a:ext>
            </a:extLst>
          </p:cNvPr>
          <p:cNvSpPr/>
          <p:nvPr/>
        </p:nvSpPr>
        <p:spPr>
          <a:xfrm>
            <a:off x="4057680" y="4105000"/>
            <a:ext cx="150000" cy="150000"/>
          </a:xfrm>
          <a:prstGeom prst="ellipse">
            <a:avLst/>
          </a:prstGeom>
          <a:solidFill>
            <a:srgbClr val="3C8C5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0" name="t">
            <a:extLst>
              <a:ext uri="{FF2B5EF4-FFF2-40B4-BE49-F238E27FC236}">
                <a16:creationId xmlns:a16="http://schemas.microsoft.com/office/drawing/2014/main" id="{E410ED4F-A2FD-47A9-47BE-C7F5CE64310F}"/>
              </a:ext>
            </a:extLst>
          </p:cNvPr>
          <p:cNvSpPr txBox="1"/>
          <p:nvPr/>
        </p:nvSpPr>
        <p:spPr>
          <a:xfrm>
            <a:off x="2514000" y="433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3C8C5A"/>
                </a:solidFill>
              </a:rPr>
              <a:t>QUALITY</a:t>
            </a:r>
          </a:p>
        </p:txBody>
      </p:sp>
      <p:sp>
        <p:nvSpPr>
          <p:cNvPr id="151" name="t">
            <a:extLst>
              <a:ext uri="{FF2B5EF4-FFF2-40B4-BE49-F238E27FC236}">
                <a16:creationId xmlns:a16="http://schemas.microsoft.com/office/drawing/2014/main" id="{FB363E4A-0A5E-66B4-E8F3-8DA67071B99A}"/>
              </a:ext>
            </a:extLst>
          </p:cNvPr>
          <p:cNvSpPr txBox="1"/>
          <p:nvPr/>
        </p:nvSpPr>
        <p:spPr>
          <a:xfrm>
            <a:off x="2514000" y="4610000"/>
            <a:ext cx="1974000" cy="2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750">
                <a:solidFill>
                  <a:srgbClr val="5B6B7B"/>
                </a:solidFill>
              </a:rPr>
              <a:t>L E G O</a:t>
            </a:r>
          </a:p>
        </p:txBody>
      </p:sp>
      <p:cxnSp>
        <p:nvCxnSpPr>
          <p:cNvPr id="152" name="dv">
            <a:extLst>
              <a:ext uri="{FF2B5EF4-FFF2-40B4-BE49-F238E27FC236}">
                <a16:creationId xmlns:a16="http://schemas.microsoft.com/office/drawing/2014/main" id="{B444AE99-D587-174D-B691-A7DDF7AC14D5}"/>
              </a:ext>
            </a:extLst>
          </p:cNvPr>
          <p:cNvCxnSpPr/>
          <p:nvPr/>
        </p:nvCxnSpPr>
        <p:spPr>
          <a:xfrm>
            <a:off x="2694000" y="4880000"/>
            <a:ext cx="1614000" cy="0"/>
          </a:xfrm>
          <a:prstGeom prst="line">
            <a:avLst/>
          </a:prstGeom>
          <a:ln w="9525">
            <a:solidFill>
              <a:srgbClr val="3C8C5A"/>
            </a:solidFill>
          </a:ln>
        </p:spPr>
      </p:cxnSp>
      <p:sp>
        <p:nvSpPr>
          <p:cNvPr id="153" name="t">
            <a:extLst>
              <a:ext uri="{FF2B5EF4-FFF2-40B4-BE49-F238E27FC236}">
                <a16:creationId xmlns:a16="http://schemas.microsoft.com/office/drawing/2014/main" id="{23FD40F2-4DC0-04E2-7F12-FA96E1A94B57}"/>
              </a:ext>
            </a:extLst>
          </p:cNvPr>
          <p:cNvSpPr txBox="1"/>
          <p:nvPr/>
        </p:nvSpPr>
        <p:spPr>
          <a:xfrm>
            <a:off x="2584000" y="4980000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Rule engine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SQL </a:t>
            </a:r>
            <a:r>
              <a:rPr lang="en-US" sz="900" err="1">
                <a:solidFill>
                  <a:srgbClr val="4A5A6A"/>
                </a:solidFill>
              </a:rPr>
              <a:t>booleans</a:t>
            </a:r>
            <a:endParaRPr lang="en-US" sz="900">
              <a:solidFill>
                <a:srgbClr val="4A5A6A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Quarantine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Warn / Drop</a:t>
            </a:r>
          </a:p>
        </p:txBody>
      </p:sp>
      <p:sp>
        <p:nvSpPr>
          <p:cNvPr id="154" name="card">
            <a:extLst>
              <a:ext uri="{FF2B5EF4-FFF2-40B4-BE49-F238E27FC236}">
                <a16:creationId xmlns:a16="http://schemas.microsoft.com/office/drawing/2014/main" id="{767DF926-4F9C-3C26-2494-3C1BA34AB9C4}"/>
              </a:ext>
            </a:extLst>
          </p:cNvPr>
          <p:cNvSpPr/>
          <p:nvPr/>
        </p:nvSpPr>
        <p:spPr>
          <a:xfrm>
            <a:off x="4656000" y="418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ECF0F6"/>
          </a:solidFill>
          <a:ln w="15875">
            <a:solidFill>
              <a:srgbClr val="4A6F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stud">
            <a:extLst>
              <a:ext uri="{FF2B5EF4-FFF2-40B4-BE49-F238E27FC236}">
                <a16:creationId xmlns:a16="http://schemas.microsoft.com/office/drawing/2014/main" id="{79D65B94-FD60-2A37-078A-9B792181C02B}"/>
              </a:ext>
            </a:extLst>
          </p:cNvPr>
          <p:cNvSpPr/>
          <p:nvPr/>
        </p:nvSpPr>
        <p:spPr>
          <a:xfrm>
            <a:off x="5015280" y="4105000"/>
            <a:ext cx="150000" cy="1500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6" name="stud">
            <a:extLst>
              <a:ext uri="{FF2B5EF4-FFF2-40B4-BE49-F238E27FC236}">
                <a16:creationId xmlns:a16="http://schemas.microsoft.com/office/drawing/2014/main" id="{2F6F6B3C-DDD8-1A22-2465-997F2CC4791F}"/>
              </a:ext>
            </a:extLst>
          </p:cNvPr>
          <p:cNvSpPr/>
          <p:nvPr/>
        </p:nvSpPr>
        <p:spPr>
          <a:xfrm>
            <a:off x="5410080" y="4105000"/>
            <a:ext cx="150000" cy="1500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7" name="stud">
            <a:extLst>
              <a:ext uri="{FF2B5EF4-FFF2-40B4-BE49-F238E27FC236}">
                <a16:creationId xmlns:a16="http://schemas.microsoft.com/office/drawing/2014/main" id="{1FC301B3-5439-86A1-0C89-666963B0B471}"/>
              </a:ext>
            </a:extLst>
          </p:cNvPr>
          <p:cNvSpPr/>
          <p:nvPr/>
        </p:nvSpPr>
        <p:spPr>
          <a:xfrm>
            <a:off x="5804880" y="4105000"/>
            <a:ext cx="150000" cy="1500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8" name="stud">
            <a:extLst>
              <a:ext uri="{FF2B5EF4-FFF2-40B4-BE49-F238E27FC236}">
                <a16:creationId xmlns:a16="http://schemas.microsoft.com/office/drawing/2014/main" id="{E0517806-6674-609F-6CE4-1C3DC7E27E11}"/>
              </a:ext>
            </a:extLst>
          </p:cNvPr>
          <p:cNvSpPr/>
          <p:nvPr/>
        </p:nvSpPr>
        <p:spPr>
          <a:xfrm>
            <a:off x="6199680" y="4105000"/>
            <a:ext cx="150000" cy="1500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9" name="t">
            <a:extLst>
              <a:ext uri="{FF2B5EF4-FFF2-40B4-BE49-F238E27FC236}">
                <a16:creationId xmlns:a16="http://schemas.microsoft.com/office/drawing/2014/main" id="{DCBDCD4E-1E90-478F-BE86-9E40A538DF78}"/>
              </a:ext>
            </a:extLst>
          </p:cNvPr>
          <p:cNvSpPr txBox="1"/>
          <p:nvPr/>
        </p:nvSpPr>
        <p:spPr>
          <a:xfrm>
            <a:off x="4656000" y="433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4A6FA5"/>
                </a:solidFill>
              </a:rPr>
              <a:t>AUDIT</a:t>
            </a:r>
          </a:p>
        </p:txBody>
      </p:sp>
      <p:sp>
        <p:nvSpPr>
          <p:cNvPr id="160" name="t">
            <a:extLst>
              <a:ext uri="{FF2B5EF4-FFF2-40B4-BE49-F238E27FC236}">
                <a16:creationId xmlns:a16="http://schemas.microsoft.com/office/drawing/2014/main" id="{09879FA6-2384-EB65-F43D-DE015DA5D6C2}"/>
              </a:ext>
            </a:extLst>
          </p:cNvPr>
          <p:cNvSpPr txBox="1"/>
          <p:nvPr/>
        </p:nvSpPr>
        <p:spPr>
          <a:xfrm>
            <a:off x="4656000" y="4610000"/>
            <a:ext cx="1974000" cy="2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750">
                <a:solidFill>
                  <a:srgbClr val="5B6B7B"/>
                </a:solidFill>
              </a:rPr>
              <a:t>L E G O</a:t>
            </a:r>
          </a:p>
        </p:txBody>
      </p:sp>
      <p:cxnSp>
        <p:nvCxnSpPr>
          <p:cNvPr id="161" name="dv">
            <a:extLst>
              <a:ext uri="{FF2B5EF4-FFF2-40B4-BE49-F238E27FC236}">
                <a16:creationId xmlns:a16="http://schemas.microsoft.com/office/drawing/2014/main" id="{4F86E582-F936-47C7-E001-16855D6236FB}"/>
              </a:ext>
            </a:extLst>
          </p:cNvPr>
          <p:cNvCxnSpPr/>
          <p:nvPr/>
        </p:nvCxnSpPr>
        <p:spPr>
          <a:xfrm>
            <a:off x="4836000" y="4880000"/>
            <a:ext cx="1614000" cy="0"/>
          </a:xfrm>
          <a:prstGeom prst="line">
            <a:avLst/>
          </a:prstGeom>
          <a:ln w="9525">
            <a:solidFill>
              <a:srgbClr val="4A6FA5"/>
            </a:solidFill>
          </a:ln>
        </p:spPr>
      </p:cxnSp>
      <p:sp>
        <p:nvSpPr>
          <p:cNvPr id="162" name="t">
            <a:extLst>
              <a:ext uri="{FF2B5EF4-FFF2-40B4-BE49-F238E27FC236}">
                <a16:creationId xmlns:a16="http://schemas.microsoft.com/office/drawing/2014/main" id="{277A0207-B751-6F8A-3B21-A229A3FA8AD0}"/>
              </a:ext>
            </a:extLst>
          </p:cNvPr>
          <p:cNvSpPr txBox="1"/>
          <p:nvPr/>
        </p:nvSpPr>
        <p:spPr>
          <a:xfrm>
            <a:off x="4726000" y="4980000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6FA5"/>
                </a:solidFill>
                <a:latin typeface="Consolas"/>
              </a:rPr>
              <a:t>pipeline_audit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Metrics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Run history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Alerting</a:t>
            </a:r>
          </a:p>
        </p:txBody>
      </p:sp>
      <p:sp>
        <p:nvSpPr>
          <p:cNvPr id="163" name="card">
            <a:extLst>
              <a:ext uri="{FF2B5EF4-FFF2-40B4-BE49-F238E27FC236}">
                <a16:creationId xmlns:a16="http://schemas.microsoft.com/office/drawing/2014/main" id="{8F0B51B8-B352-5E12-C64F-FD4642A0A5B2}"/>
              </a:ext>
            </a:extLst>
          </p:cNvPr>
          <p:cNvSpPr/>
          <p:nvPr/>
        </p:nvSpPr>
        <p:spPr>
          <a:xfrm>
            <a:off x="6798000" y="4180000"/>
            <a:ext cx="1974000" cy="2360000"/>
          </a:xfrm>
          <a:prstGeom prst="roundRect">
            <a:avLst>
              <a:gd name="adj" fmla="val 7000"/>
            </a:avLst>
          </a:prstGeom>
          <a:solidFill>
            <a:srgbClr val="F9F5E9"/>
          </a:solidFill>
          <a:ln w="15875">
            <a:solidFill>
              <a:srgbClr val="C9A2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stud">
            <a:extLst>
              <a:ext uri="{FF2B5EF4-FFF2-40B4-BE49-F238E27FC236}">
                <a16:creationId xmlns:a16="http://schemas.microsoft.com/office/drawing/2014/main" id="{94F18568-6536-ABE1-AFFA-1D4DEC33D9B1}"/>
              </a:ext>
            </a:extLst>
          </p:cNvPr>
          <p:cNvSpPr/>
          <p:nvPr/>
        </p:nvSpPr>
        <p:spPr>
          <a:xfrm>
            <a:off x="7157280" y="4105000"/>
            <a:ext cx="150000" cy="1500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5" name="stud">
            <a:extLst>
              <a:ext uri="{FF2B5EF4-FFF2-40B4-BE49-F238E27FC236}">
                <a16:creationId xmlns:a16="http://schemas.microsoft.com/office/drawing/2014/main" id="{75A10512-C7BF-B0E6-B257-71113AF917F8}"/>
              </a:ext>
            </a:extLst>
          </p:cNvPr>
          <p:cNvSpPr/>
          <p:nvPr/>
        </p:nvSpPr>
        <p:spPr>
          <a:xfrm>
            <a:off x="7552080" y="4105000"/>
            <a:ext cx="150000" cy="1500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6" name="stud">
            <a:extLst>
              <a:ext uri="{FF2B5EF4-FFF2-40B4-BE49-F238E27FC236}">
                <a16:creationId xmlns:a16="http://schemas.microsoft.com/office/drawing/2014/main" id="{5B605659-37ED-91E0-8ECA-CBA51D4459DB}"/>
              </a:ext>
            </a:extLst>
          </p:cNvPr>
          <p:cNvSpPr/>
          <p:nvPr/>
        </p:nvSpPr>
        <p:spPr>
          <a:xfrm>
            <a:off x="7946880" y="4105000"/>
            <a:ext cx="150000" cy="1500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7" name="stud">
            <a:extLst>
              <a:ext uri="{FF2B5EF4-FFF2-40B4-BE49-F238E27FC236}">
                <a16:creationId xmlns:a16="http://schemas.microsoft.com/office/drawing/2014/main" id="{B8686822-8932-65E6-43F2-56F7BD79A2DA}"/>
              </a:ext>
            </a:extLst>
          </p:cNvPr>
          <p:cNvSpPr/>
          <p:nvPr/>
        </p:nvSpPr>
        <p:spPr>
          <a:xfrm>
            <a:off x="8341680" y="4105000"/>
            <a:ext cx="150000" cy="1500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8" name="t">
            <a:extLst>
              <a:ext uri="{FF2B5EF4-FFF2-40B4-BE49-F238E27FC236}">
                <a16:creationId xmlns:a16="http://schemas.microsoft.com/office/drawing/2014/main" id="{A68C47A3-0E29-5BC6-F284-E4F3AC337A12}"/>
              </a:ext>
            </a:extLst>
          </p:cNvPr>
          <p:cNvSpPr txBox="1"/>
          <p:nvPr/>
        </p:nvSpPr>
        <p:spPr>
          <a:xfrm>
            <a:off x="6798000" y="4330000"/>
            <a:ext cx="1974000" cy="30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C9A227"/>
                </a:solidFill>
              </a:rPr>
              <a:t>CONSUMPTION</a:t>
            </a:r>
          </a:p>
        </p:txBody>
      </p:sp>
      <p:sp>
        <p:nvSpPr>
          <p:cNvPr id="169" name="t">
            <a:extLst>
              <a:ext uri="{FF2B5EF4-FFF2-40B4-BE49-F238E27FC236}">
                <a16:creationId xmlns:a16="http://schemas.microsoft.com/office/drawing/2014/main" id="{6E151E66-8536-A558-1578-9B8DE0D4BAFD}"/>
              </a:ext>
            </a:extLst>
          </p:cNvPr>
          <p:cNvSpPr txBox="1"/>
          <p:nvPr/>
        </p:nvSpPr>
        <p:spPr>
          <a:xfrm>
            <a:off x="6798000" y="4610000"/>
            <a:ext cx="1974000" cy="220000"/>
          </a:xfrm>
          <a:prstGeom prst="rect">
            <a:avLst/>
          </a:prstGeom>
          <a:noFill/>
        </p:spPr>
        <p:txBody>
          <a:bodyPr wrap="square" lIns="91440" tIns="9144" rIns="45720" bIns="9144" rtlCol="0" anchor="ctr">
            <a:normAutofit/>
          </a:bodyPr>
          <a:lstStyle/>
          <a:p>
            <a:pPr algn="ctr"/>
            <a:r>
              <a:rPr lang="en-US" sz="750">
                <a:solidFill>
                  <a:srgbClr val="5B6B7B"/>
                </a:solidFill>
              </a:rPr>
              <a:t>L E G O</a:t>
            </a:r>
          </a:p>
        </p:txBody>
      </p:sp>
      <p:cxnSp>
        <p:nvCxnSpPr>
          <p:cNvPr id="170" name="dv">
            <a:extLst>
              <a:ext uri="{FF2B5EF4-FFF2-40B4-BE49-F238E27FC236}">
                <a16:creationId xmlns:a16="http://schemas.microsoft.com/office/drawing/2014/main" id="{6D524472-41AA-A32D-2C9E-6C37EB138EFA}"/>
              </a:ext>
            </a:extLst>
          </p:cNvPr>
          <p:cNvCxnSpPr/>
          <p:nvPr/>
        </p:nvCxnSpPr>
        <p:spPr>
          <a:xfrm>
            <a:off x="6978000" y="4880000"/>
            <a:ext cx="1614000" cy="0"/>
          </a:xfrm>
          <a:prstGeom prst="line">
            <a:avLst/>
          </a:prstGeom>
          <a:ln w="9525">
            <a:solidFill>
              <a:srgbClr val="C9A227"/>
            </a:solidFill>
          </a:ln>
        </p:spPr>
      </p:cxnSp>
      <p:sp>
        <p:nvSpPr>
          <p:cNvPr id="171" name="t">
            <a:extLst>
              <a:ext uri="{FF2B5EF4-FFF2-40B4-BE49-F238E27FC236}">
                <a16:creationId xmlns:a16="http://schemas.microsoft.com/office/drawing/2014/main" id="{490BDEA9-0A20-1E21-88A1-7FEBB460C479}"/>
              </a:ext>
            </a:extLst>
          </p:cNvPr>
          <p:cNvSpPr txBox="1"/>
          <p:nvPr/>
        </p:nvSpPr>
        <p:spPr>
          <a:xfrm>
            <a:off x="6868000" y="4980000"/>
            <a:ext cx="1834000" cy="1490000"/>
          </a:xfrm>
          <a:prstGeom prst="rect">
            <a:avLst/>
          </a:prstGeom>
          <a:noFill/>
        </p:spPr>
        <p:txBody>
          <a:bodyPr wrap="square" lIns="91440" tIns="9144" rIns="45720" bIns="9144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Power BI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SQL queries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ML pipelines</a:t>
            </a:r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4A5A6A"/>
                </a:solidFill>
              </a:rPr>
              <a:t>AI apps</a:t>
            </a:r>
          </a:p>
        </p:txBody>
      </p:sp>
    </p:spTree>
    <p:extLst>
      <p:ext uri="{BB962C8B-B14F-4D97-AF65-F5344CB8AC3E}">
        <p14:creationId xmlns:p14="http://schemas.microsoft.com/office/powerpoint/2010/main" val="30546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Engineering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02A43"/>
                </a:solidFill>
              </a:defRPr>
            </a:pPr>
            <a:r>
              <a:t>Current state has multiple metadata patterns (Gen A, Gen B, iDEE config paths)</a:t>
            </a:r>
          </a:p>
          <a:p>
            <a:pPr>
              <a:defRPr sz="2000">
                <a:solidFill>
                  <a:srgbClr val="102A43"/>
                </a:solidFill>
              </a:defRPr>
            </a:pPr>
            <a:r>
              <a:t>Execution logic and metadata contracts are fragmented across implementations</a:t>
            </a:r>
          </a:p>
          <a:p>
            <a:pPr>
              <a:defRPr sz="2000">
                <a:solidFill>
                  <a:srgbClr val="102A43"/>
                </a:solidFill>
              </a:defRPr>
            </a:pPr>
            <a:r>
              <a:t>Operational controls (DQ, audit, onboarding, deploy) are inconsistent</a:t>
            </a:r>
          </a:p>
          <a:p>
            <a:pPr>
              <a:defRPr sz="2000">
                <a:solidFill>
                  <a:srgbClr val="102A43"/>
                </a:solidFill>
              </a:defRPr>
            </a:pPr>
            <a:r>
              <a:t>Target is one canonical runtime contract with adapter-based compatibility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8FDC-819B-3E2F-A769-318FF5D9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156F-ECD7-C341-7F41-21D2C0B1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Architecture Decision: Canonical Contract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3AE90-52A0-305B-70BF-C71AE863A99C}"/>
              </a:ext>
            </a:extLst>
          </p:cNvPr>
          <p:cNvSpPr txBox="1"/>
          <p:nvPr/>
        </p:nvSpPr>
        <p:spPr>
          <a:xfrm>
            <a:off x="2211438" y="2300580"/>
            <a:ext cx="54864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7285"/>
                </a:solidFill>
              </a:defRPr>
            </a:pPr>
            <a:r>
              <a:t>Canonical Runtime Contract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Single dataset spec consumed by runtime engine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Stable fields for source, load policy, target, governance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Pre-validation before execution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Versioned and promotable across environments</a:t>
            </a:r>
          </a:p>
        </p:txBody>
      </p:sp>
    </p:spTree>
    <p:extLst>
      <p:ext uri="{BB962C8B-B14F-4D97-AF65-F5344CB8AC3E}">
        <p14:creationId xmlns:p14="http://schemas.microsoft.com/office/powerpoint/2010/main" val="3413652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4EE8-CC50-92E6-4BC5-0EF67A36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375F-10F7-4809-5213-EEA45BF2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Architecture Decision: Canonical Contract + Adapters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43F6-0F92-6786-47DF-D4350ECDAD91}"/>
              </a:ext>
            </a:extLst>
          </p:cNvPr>
          <p:cNvSpPr txBox="1"/>
          <p:nvPr/>
        </p:nvSpPr>
        <p:spPr>
          <a:xfrm>
            <a:off x="-71494" y="1306401"/>
            <a:ext cx="54864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7285"/>
                </a:solidFill>
              </a:defRPr>
            </a:pPr>
            <a:r>
              <a:t>Canonical Runtime Contract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Single dataset spec consumed by runtime engine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Stable fields for source, load policy, target, governance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Pre-validation before execution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Versioned and promotable across environments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0201E-B80D-4E40-11FD-7E2B25A678A0}"/>
              </a:ext>
            </a:extLst>
          </p:cNvPr>
          <p:cNvSpPr txBox="1"/>
          <p:nvPr/>
        </p:nvSpPr>
        <p:spPr>
          <a:xfrm>
            <a:off x="5048532" y="1305640"/>
            <a:ext cx="4150239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7285"/>
                </a:solidFill>
              </a:defRPr>
            </a:pPr>
            <a:r>
              <a:rPr lang="en-US"/>
              <a:t>Current</a:t>
            </a:r>
            <a:r>
              <a:t> Adapters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Gen A tables -&gt; contract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Gen B tables -&gt; contract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</a:t>
            </a:r>
            <a:r>
              <a:rPr err="1"/>
              <a:t>iDEE</a:t>
            </a:r>
            <a:r>
              <a:t> JSON/Postgres -&gt; contract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Legacy metadata retained during migration</a:t>
            </a:r>
          </a:p>
        </p:txBody>
      </p:sp>
    </p:spTree>
    <p:extLst>
      <p:ext uri="{BB962C8B-B14F-4D97-AF65-F5344CB8AC3E}">
        <p14:creationId xmlns:p14="http://schemas.microsoft.com/office/powerpoint/2010/main" val="2837993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C3D08-DFC2-28B1-77B3-D2F05541E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0FA0-AEDE-118B-CC3D-4E8BB046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Control Plane: Six Metadata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C5CD3-17D3-7919-2860-467DAA1AD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connector_profile: native connector + auth references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dataset_contract: one canonical dataset definition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ingestion_policy: full/incremental/cdc/checkpoint behavior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quality_profile: DQ ruleset references + thresholds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transform_profile: Silver/Gold model behavior references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governance_profile: ownership, classification, SLA, approval</a:t>
            </a:r>
          </a:p>
        </p:txBody>
      </p:sp>
    </p:spTree>
    <p:extLst>
      <p:ext uri="{BB962C8B-B14F-4D97-AF65-F5344CB8AC3E}">
        <p14:creationId xmlns:p14="http://schemas.microsoft.com/office/powerpoint/2010/main" val="2182988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194EC-191C-BA40-8D0B-95566C36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837C-70F1-9128-AD77-0809AFE9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3000">
                <a:solidFill>
                  <a:srgbClr val="082F49"/>
                </a:solidFill>
              </a:rPr>
              <a:t>Architecture Decision: Canonical Contract</a:t>
            </a:r>
            <a:br>
              <a:rPr lang="en-US" sz="3000">
                <a:solidFill>
                  <a:srgbClr val="082F49"/>
                </a:solidFill>
              </a:rPr>
            </a:br>
            <a:br>
              <a:rPr lang="en-US" sz="3000">
                <a:solidFill>
                  <a:srgbClr val="082F49"/>
                </a:solidFill>
              </a:rPr>
            </a:br>
            <a:r>
              <a:rPr lang="en-US" sz="3000">
                <a:solidFill>
                  <a:srgbClr val="082F49"/>
                </a:solidFill>
              </a:rPr>
              <a:t>What do we need to get started?</a:t>
            </a:r>
            <a:endParaRPr sz="3000">
              <a:solidFill>
                <a:srgbClr val="082F4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5B211-7106-B003-7340-0691C923A7CD}"/>
              </a:ext>
            </a:extLst>
          </p:cNvPr>
          <p:cNvSpPr txBox="1"/>
          <p:nvPr/>
        </p:nvSpPr>
        <p:spPr>
          <a:xfrm>
            <a:off x="928577" y="1970506"/>
            <a:ext cx="3558988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1050">
                <a:latin typeface="Segoe UI" panose="020B0502040204020203" pitchFamily="34" charset="0"/>
              </a:rPr>
              <a:t> Required Access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Bitbucket repository access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Databricks workspace access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Unity Catalog development permissions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Approved compute or Serverless access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Permission to deploy and run development resources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Access to approved source systems or sample data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Access to approved secret references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4D4-3584-4267-6BC5-BE337A5850B0}"/>
              </a:ext>
            </a:extLst>
          </p:cNvPr>
          <p:cNvSpPr txBox="1"/>
          <p:nvPr/>
        </p:nvSpPr>
        <p:spPr>
          <a:xfrm>
            <a:off x="5805376" y="1970506"/>
            <a:ext cx="3029997" cy="1331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1050">
                <a:latin typeface="Segoe UI" panose="020B0502040204020203" pitchFamily="34" charset="0"/>
              </a:rPr>
              <a:t>Recommended Local Tools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Git Visual Studio Code (VS Code)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Python Databricks CLI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Approved Databricks authentication method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Segoe UI" panose="020B0502040204020203" pitchFamily="34" charset="0"/>
              </a:rPr>
              <a:t>Optional Python virtual environment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AC952-71C8-6211-DEA3-25F843C305F5}"/>
              </a:ext>
            </a:extLst>
          </p:cNvPr>
          <p:cNvSpPr txBox="1"/>
          <p:nvPr/>
        </p:nvSpPr>
        <p:spPr>
          <a:xfrm>
            <a:off x="2310809" y="36292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1088F8-DBE1-9C6F-2F45-443C80F7F087}"/>
              </a:ext>
            </a:extLst>
          </p:cNvPr>
          <p:cNvSpPr txBox="1"/>
          <p:nvPr/>
        </p:nvSpPr>
        <p:spPr>
          <a:xfrm>
            <a:off x="1325526" y="2622698"/>
            <a:ext cx="1460204" cy="165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2D95FF-7DCB-CCCC-C4BD-2F0A29F1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558" y="4191501"/>
            <a:ext cx="4740442" cy="266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26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6814-9107-1DA7-C43E-95828490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F48C-3DFC-856C-CF24-313F8FB2D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000"/>
            <a:ext cx="8229600" cy="520000"/>
          </a:xfrm>
        </p:spPr>
        <p:txBody>
          <a:bodyPr>
            <a:normAutofit/>
          </a:bodyPr>
          <a:lstStyle/>
          <a:p>
            <a:pPr algn="ctr"/>
            <a:r>
              <a:rPr lang="en-US" sz="2800" b="1">
                <a:solidFill>
                  <a:srgbClr val="0B3C5D"/>
                </a:solidFill>
              </a:rPr>
              <a:t>End-to-End Runtime Flow</a:t>
            </a:r>
          </a:p>
        </p:txBody>
      </p:sp>
      <p:sp>
        <p:nvSpPr>
          <p:cNvPr id="100" name="Spine">
            <a:extLst>
              <a:ext uri="{FF2B5EF4-FFF2-40B4-BE49-F238E27FC236}">
                <a16:creationId xmlns:a16="http://schemas.microsoft.com/office/drawing/2014/main" id="{EBDE687F-2225-CE36-7AA4-23FB927490F6}"/>
              </a:ext>
            </a:extLst>
          </p:cNvPr>
          <p:cNvSpPr/>
          <p:nvPr/>
        </p:nvSpPr>
        <p:spPr>
          <a:xfrm>
            <a:off x="679048" y="1009534"/>
            <a:ext cx="60000" cy="5016000"/>
          </a:xfrm>
          <a:prstGeom prst="rect">
            <a:avLst/>
          </a:prstGeom>
          <a:solidFill>
            <a:srgbClr val="B9C7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 1">
            <a:extLst>
              <a:ext uri="{FF2B5EF4-FFF2-40B4-BE49-F238E27FC236}">
                <a16:creationId xmlns:a16="http://schemas.microsoft.com/office/drawing/2014/main" id="{738B909C-AC3F-01AF-A7D6-9328CDAC28E7}"/>
              </a:ext>
            </a:extLst>
          </p:cNvPr>
          <p:cNvSpPr/>
          <p:nvPr/>
        </p:nvSpPr>
        <p:spPr>
          <a:xfrm>
            <a:off x="989048" y="729534"/>
            <a:ext cx="7370000" cy="560000"/>
          </a:xfrm>
          <a:prstGeom prst="roundRect">
            <a:avLst>
              <a:gd name="adj" fmla="val 12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 lIns="228600" tIns="45720" bIns="45720" rtlCol="0" anchor="ctr"/>
          <a:lstStyle/>
          <a:p>
            <a:pPr algn="l"/>
            <a:r>
              <a:rPr lang="en-US" sz="1300" b="1">
                <a:solidFill>
                  <a:srgbClr val="0B3C5D"/>
                </a:solidFill>
              </a:rPr>
              <a:t>Source Systems</a:t>
            </a:r>
          </a:p>
          <a:p>
            <a:pPr algn="l"/>
            <a:r>
              <a:rPr lang="en-US" sz="1000">
                <a:solidFill>
                  <a:srgbClr val="5B6B7B"/>
                </a:solidFill>
              </a:rPr>
              <a:t>Oracle · SAP · CSV / JSON · Parquet · Kafka · API · Salesforce</a:t>
            </a:r>
          </a:p>
        </p:txBody>
      </p:sp>
      <p:sp>
        <p:nvSpPr>
          <p:cNvPr id="202" name="Card 2">
            <a:extLst>
              <a:ext uri="{FF2B5EF4-FFF2-40B4-BE49-F238E27FC236}">
                <a16:creationId xmlns:a16="http://schemas.microsoft.com/office/drawing/2014/main" id="{7E460218-468E-AF92-8C12-DA63F4BB12C3}"/>
              </a:ext>
            </a:extLst>
          </p:cNvPr>
          <p:cNvSpPr/>
          <p:nvPr/>
        </p:nvSpPr>
        <p:spPr>
          <a:xfrm>
            <a:off x="989048" y="1565534"/>
            <a:ext cx="7370000" cy="560000"/>
          </a:xfrm>
          <a:prstGeom prst="roundRect">
            <a:avLst>
              <a:gd name="adj" fmla="val 12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 lIns="228600" tIns="45720" bIns="45720" rtlCol="0" anchor="ctr"/>
          <a:lstStyle/>
          <a:p>
            <a:pPr algn="l"/>
            <a:r>
              <a:rPr lang="en-US" sz="1300" b="1">
                <a:solidFill>
                  <a:srgbClr val="0B3C5D"/>
                </a:solidFill>
              </a:rPr>
              <a:t>Metadata Configuration</a:t>
            </a:r>
          </a:p>
          <a:p>
            <a:pPr algn="l"/>
            <a:r>
              <a:rPr lang="en-US" sz="1000">
                <a:solidFill>
                  <a:srgbClr val="5B6B7B"/>
                </a:solidFill>
              </a:rPr>
              <a:t>source · object · column · quality-rule · gold-model configs</a:t>
            </a:r>
          </a:p>
        </p:txBody>
      </p:sp>
      <p:sp>
        <p:nvSpPr>
          <p:cNvPr id="203" name="Card 3">
            <a:extLst>
              <a:ext uri="{FF2B5EF4-FFF2-40B4-BE49-F238E27FC236}">
                <a16:creationId xmlns:a16="http://schemas.microsoft.com/office/drawing/2014/main" id="{2B5973C2-B8F5-40B4-FF4F-64A563704A0E}"/>
              </a:ext>
            </a:extLst>
          </p:cNvPr>
          <p:cNvSpPr/>
          <p:nvPr/>
        </p:nvSpPr>
        <p:spPr>
          <a:xfrm>
            <a:off x="989048" y="2401534"/>
            <a:ext cx="7370000" cy="560000"/>
          </a:xfrm>
          <a:prstGeom prst="roundRect">
            <a:avLst>
              <a:gd name="adj" fmla="val 12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 lIns="228600" tIns="45720" bIns="45720" rtlCol="0" anchor="ctr"/>
          <a:lstStyle/>
          <a:p>
            <a:pPr algn="l"/>
            <a:r>
              <a:rPr lang="en-US" sz="1300" b="1" err="1">
                <a:solidFill>
                  <a:srgbClr val="0B3C5D"/>
                </a:solidFill>
              </a:rPr>
              <a:t>Lakeflow</a:t>
            </a:r>
            <a:r>
              <a:rPr lang="en-US" sz="1300" b="1">
                <a:solidFill>
                  <a:srgbClr val="0B3C5D"/>
                </a:solidFill>
              </a:rPr>
              <a:t> Job</a:t>
            </a:r>
          </a:p>
          <a:p>
            <a:pPr algn="l"/>
            <a:r>
              <a:rPr lang="en-US" sz="1000">
                <a:solidFill>
                  <a:srgbClr val="5B6B7B"/>
                </a:solidFill>
              </a:rPr>
              <a:t>Validate metadata → ingest → transform → reconcile counts → notify</a:t>
            </a:r>
          </a:p>
        </p:txBody>
      </p:sp>
      <p:sp>
        <p:nvSpPr>
          <p:cNvPr id="204" name="Card 4">
            <a:extLst>
              <a:ext uri="{FF2B5EF4-FFF2-40B4-BE49-F238E27FC236}">
                <a16:creationId xmlns:a16="http://schemas.microsoft.com/office/drawing/2014/main" id="{EA21DF3F-86AB-3777-C8C8-34FF7204425F}"/>
              </a:ext>
            </a:extLst>
          </p:cNvPr>
          <p:cNvSpPr/>
          <p:nvPr/>
        </p:nvSpPr>
        <p:spPr>
          <a:xfrm>
            <a:off x="989048" y="3237534"/>
            <a:ext cx="7370000" cy="560000"/>
          </a:xfrm>
          <a:prstGeom prst="roundRect">
            <a:avLst>
              <a:gd name="adj" fmla="val 12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 lIns="228600" tIns="45720" bIns="45720" rtlCol="0" anchor="ctr"/>
          <a:lstStyle/>
          <a:p>
            <a:pPr algn="l"/>
            <a:r>
              <a:rPr lang="en-US" sz="1300" b="1">
                <a:solidFill>
                  <a:srgbClr val="0B3C5D"/>
                </a:solidFill>
              </a:rPr>
              <a:t>Bronze — Raw Load</a:t>
            </a:r>
          </a:p>
          <a:p>
            <a:pPr algn="l"/>
            <a:r>
              <a:rPr lang="en-US" sz="1000">
                <a:solidFill>
                  <a:srgbClr val="5B6B7B"/>
                </a:solidFill>
              </a:rPr>
              <a:t>Raw Delta · append-only · near-source fidelity with lineage columns</a:t>
            </a:r>
          </a:p>
        </p:txBody>
      </p:sp>
      <p:sp>
        <p:nvSpPr>
          <p:cNvPr id="205" name="Card 5">
            <a:extLst>
              <a:ext uri="{FF2B5EF4-FFF2-40B4-BE49-F238E27FC236}">
                <a16:creationId xmlns:a16="http://schemas.microsoft.com/office/drawing/2014/main" id="{13D609BD-CA93-5346-5ED8-438449626A38}"/>
              </a:ext>
            </a:extLst>
          </p:cNvPr>
          <p:cNvSpPr/>
          <p:nvPr/>
        </p:nvSpPr>
        <p:spPr>
          <a:xfrm>
            <a:off x="989048" y="4073534"/>
            <a:ext cx="7370000" cy="560000"/>
          </a:xfrm>
          <a:prstGeom prst="roundRect">
            <a:avLst>
              <a:gd name="adj" fmla="val 12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 lIns="228600" tIns="45720" bIns="45720" rtlCol="0" anchor="ctr"/>
          <a:lstStyle/>
          <a:p>
            <a:pPr algn="l"/>
            <a:r>
              <a:rPr lang="en-US" sz="1300" b="1">
                <a:solidFill>
                  <a:srgbClr val="0B3C5D"/>
                </a:solidFill>
              </a:rPr>
              <a:t>Silver — Transform + Quality</a:t>
            </a:r>
          </a:p>
          <a:p>
            <a:pPr algn="l"/>
            <a:r>
              <a:rPr lang="en-US" sz="1000">
                <a:solidFill>
                  <a:srgbClr val="5B6B7B"/>
                </a:solidFill>
              </a:rPr>
              <a:t>Typed &amp; cleaned · DQ rules · CDC / SCD2 · valid vs. quarantine split</a:t>
            </a:r>
          </a:p>
        </p:txBody>
      </p:sp>
      <p:sp>
        <p:nvSpPr>
          <p:cNvPr id="206" name="Card 6">
            <a:extLst>
              <a:ext uri="{FF2B5EF4-FFF2-40B4-BE49-F238E27FC236}">
                <a16:creationId xmlns:a16="http://schemas.microsoft.com/office/drawing/2014/main" id="{CE584C1B-695B-1B5F-1634-9C330D32E1A1}"/>
              </a:ext>
            </a:extLst>
          </p:cNvPr>
          <p:cNvSpPr/>
          <p:nvPr/>
        </p:nvSpPr>
        <p:spPr>
          <a:xfrm>
            <a:off x="989048" y="4909534"/>
            <a:ext cx="7370000" cy="560000"/>
          </a:xfrm>
          <a:prstGeom prst="roundRect">
            <a:avLst>
              <a:gd name="adj" fmla="val 12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 lIns="228600" tIns="45720" bIns="45720" rtlCol="0" anchor="ctr"/>
          <a:lstStyle/>
          <a:p>
            <a:pPr algn="l"/>
            <a:r>
              <a:rPr lang="en-US" sz="1300" b="1">
                <a:solidFill>
                  <a:srgbClr val="0B3C5D"/>
                </a:solidFill>
              </a:rPr>
              <a:t>Gold Models</a:t>
            </a:r>
          </a:p>
          <a:p>
            <a:pPr algn="l"/>
            <a:r>
              <a:rPr lang="en-US" sz="1000">
                <a:solidFill>
                  <a:srgbClr val="5B6B7B"/>
                </a:solidFill>
              </a:rPr>
              <a:t>Facts · dimensions · KPIs · aggregations in SQL or Python</a:t>
            </a:r>
          </a:p>
        </p:txBody>
      </p:sp>
      <p:sp>
        <p:nvSpPr>
          <p:cNvPr id="207" name="Card 7">
            <a:extLst>
              <a:ext uri="{FF2B5EF4-FFF2-40B4-BE49-F238E27FC236}">
                <a16:creationId xmlns:a16="http://schemas.microsoft.com/office/drawing/2014/main" id="{F3AC42B3-E27F-0BA8-D09A-C0B0135C8038}"/>
              </a:ext>
            </a:extLst>
          </p:cNvPr>
          <p:cNvSpPr/>
          <p:nvPr/>
        </p:nvSpPr>
        <p:spPr>
          <a:xfrm>
            <a:off x="989048" y="5745534"/>
            <a:ext cx="7370000" cy="560000"/>
          </a:xfrm>
          <a:prstGeom prst="roundRect">
            <a:avLst>
              <a:gd name="adj" fmla="val 12000"/>
            </a:avLst>
          </a:prstGeom>
          <a:solidFill>
            <a:srgbClr val="F4F8FB"/>
          </a:solidFill>
          <a:ln w="9525">
            <a:solidFill>
              <a:srgbClr val="CBD9E5"/>
            </a:solidFill>
          </a:ln>
        </p:spPr>
        <p:txBody>
          <a:bodyPr lIns="228600" tIns="45720" bIns="45720" rtlCol="0" anchor="ctr"/>
          <a:lstStyle/>
          <a:p>
            <a:pPr algn="l"/>
            <a:r>
              <a:rPr lang="en-US" sz="1300" b="1">
                <a:solidFill>
                  <a:srgbClr val="0B3C5D"/>
                </a:solidFill>
              </a:rPr>
              <a:t>Consumption</a:t>
            </a:r>
          </a:p>
          <a:p>
            <a:pPr algn="l"/>
            <a:r>
              <a:rPr lang="en-US" sz="1000">
                <a:solidFill>
                  <a:srgbClr val="5B6B7B"/>
                </a:solidFill>
              </a:rPr>
              <a:t>Power BI · SQL Analytics · ML feature pipelines · AI apps</a:t>
            </a:r>
          </a:p>
        </p:txBody>
      </p:sp>
      <p:sp>
        <p:nvSpPr>
          <p:cNvPr id="101" name="Node 1">
            <a:extLst>
              <a:ext uri="{FF2B5EF4-FFF2-40B4-BE49-F238E27FC236}">
                <a16:creationId xmlns:a16="http://schemas.microsoft.com/office/drawing/2014/main" id="{4FE43001-A4E6-9256-9844-AFC09D93A35C}"/>
              </a:ext>
            </a:extLst>
          </p:cNvPr>
          <p:cNvSpPr/>
          <p:nvPr/>
        </p:nvSpPr>
        <p:spPr>
          <a:xfrm>
            <a:off x="559048" y="859534"/>
            <a:ext cx="300000" cy="300000"/>
          </a:xfrm>
          <a:prstGeom prst="ellipse">
            <a:avLst/>
          </a:prstGeom>
          <a:solidFill>
            <a:srgbClr val="0B3C5D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Node 2">
            <a:extLst>
              <a:ext uri="{FF2B5EF4-FFF2-40B4-BE49-F238E27FC236}">
                <a16:creationId xmlns:a16="http://schemas.microsoft.com/office/drawing/2014/main" id="{8F7F8127-1D29-EDDE-C5DB-1433EBEA76A5}"/>
              </a:ext>
            </a:extLst>
          </p:cNvPr>
          <p:cNvSpPr/>
          <p:nvPr/>
        </p:nvSpPr>
        <p:spPr>
          <a:xfrm>
            <a:off x="559048" y="1695534"/>
            <a:ext cx="300000" cy="300000"/>
          </a:xfrm>
          <a:prstGeom prst="ellipse">
            <a:avLst/>
          </a:prstGeom>
          <a:solidFill>
            <a:srgbClr val="13749B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3" name="Node 3">
            <a:extLst>
              <a:ext uri="{FF2B5EF4-FFF2-40B4-BE49-F238E27FC236}">
                <a16:creationId xmlns:a16="http://schemas.microsoft.com/office/drawing/2014/main" id="{9A642A45-1614-C890-40CD-2F71B548472F}"/>
              </a:ext>
            </a:extLst>
          </p:cNvPr>
          <p:cNvSpPr/>
          <p:nvPr/>
        </p:nvSpPr>
        <p:spPr>
          <a:xfrm>
            <a:off x="559048" y="2531534"/>
            <a:ext cx="300000" cy="300000"/>
          </a:xfrm>
          <a:prstGeom prst="ellipse">
            <a:avLst/>
          </a:prstGeom>
          <a:solidFill>
            <a:srgbClr val="13749B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4" name="Node 4">
            <a:extLst>
              <a:ext uri="{FF2B5EF4-FFF2-40B4-BE49-F238E27FC236}">
                <a16:creationId xmlns:a16="http://schemas.microsoft.com/office/drawing/2014/main" id="{07543448-6BFA-F93E-936D-609A3C6AB9C9}"/>
              </a:ext>
            </a:extLst>
          </p:cNvPr>
          <p:cNvSpPr/>
          <p:nvPr/>
        </p:nvSpPr>
        <p:spPr>
          <a:xfrm>
            <a:off x="559048" y="3367534"/>
            <a:ext cx="300000" cy="300000"/>
          </a:xfrm>
          <a:prstGeom prst="ellipse">
            <a:avLst/>
          </a:prstGeom>
          <a:solidFill>
            <a:srgbClr val="B07B3A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5" name="Node 5">
            <a:extLst>
              <a:ext uri="{FF2B5EF4-FFF2-40B4-BE49-F238E27FC236}">
                <a16:creationId xmlns:a16="http://schemas.microsoft.com/office/drawing/2014/main" id="{8F92AF86-2343-D809-842E-C8366E0526A7}"/>
              </a:ext>
            </a:extLst>
          </p:cNvPr>
          <p:cNvSpPr/>
          <p:nvPr/>
        </p:nvSpPr>
        <p:spPr>
          <a:xfrm>
            <a:off x="559048" y="4203534"/>
            <a:ext cx="300000" cy="300000"/>
          </a:xfrm>
          <a:prstGeom prst="ellipse">
            <a:avLst/>
          </a:prstGeom>
          <a:solidFill>
            <a:srgbClr val="8A94A6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6" name="Node 6">
            <a:extLst>
              <a:ext uri="{FF2B5EF4-FFF2-40B4-BE49-F238E27FC236}">
                <a16:creationId xmlns:a16="http://schemas.microsoft.com/office/drawing/2014/main" id="{30A2722B-D887-9677-7E15-4BF73A835496}"/>
              </a:ext>
            </a:extLst>
          </p:cNvPr>
          <p:cNvSpPr/>
          <p:nvPr/>
        </p:nvSpPr>
        <p:spPr>
          <a:xfrm>
            <a:off x="559048" y="5039534"/>
            <a:ext cx="300000" cy="300000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7" name="Node 7">
            <a:extLst>
              <a:ext uri="{FF2B5EF4-FFF2-40B4-BE49-F238E27FC236}">
                <a16:creationId xmlns:a16="http://schemas.microsoft.com/office/drawing/2014/main" id="{3427CAFC-69C8-4AA3-7030-4E5574BF1F9D}"/>
              </a:ext>
            </a:extLst>
          </p:cNvPr>
          <p:cNvSpPr/>
          <p:nvPr/>
        </p:nvSpPr>
        <p:spPr>
          <a:xfrm>
            <a:off x="559048" y="5875534"/>
            <a:ext cx="300000" cy="300000"/>
          </a:xfrm>
          <a:prstGeom prst="ellipse">
            <a:avLst/>
          </a:prstGeom>
          <a:solidFill>
            <a:srgbClr val="0B3C5D"/>
          </a:solidFill>
          <a:ln w="19050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0" name="Audit Footer">
            <a:extLst>
              <a:ext uri="{FF2B5EF4-FFF2-40B4-BE49-F238E27FC236}">
                <a16:creationId xmlns:a16="http://schemas.microsoft.com/office/drawing/2014/main" id="{AD34D497-EA2B-EFE1-4B89-2D392BDBCC5A}"/>
              </a:ext>
            </a:extLst>
          </p:cNvPr>
          <p:cNvSpPr/>
          <p:nvPr/>
        </p:nvSpPr>
        <p:spPr>
          <a:xfrm>
            <a:off x="559048" y="6409534"/>
            <a:ext cx="7800000" cy="250000"/>
          </a:xfrm>
          <a:prstGeom prst="roundRect">
            <a:avLst>
              <a:gd name="adj" fmla="val 26000"/>
            </a:avLst>
          </a:prstGeom>
          <a:solidFill>
            <a:srgbClr val="13749B"/>
          </a:solidFill>
          <a:ln>
            <a:noFill/>
          </a:ln>
        </p:spPr>
        <p:txBody>
          <a:bodyPr lIns="91440" tIns="9144" bIns="9144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Audit spans every layer</a:t>
            </a:r>
            <a:r>
              <a:rPr lang="en-US" sz="1000">
                <a:solidFill>
                  <a:srgbClr val="D6EAF1"/>
                </a:solidFill>
              </a:rPr>
              <a:t>   ·   pipeline_audit → metrics dashboards · alerts · notifications</a:t>
            </a:r>
          </a:p>
        </p:txBody>
      </p:sp>
    </p:spTree>
    <p:extLst>
      <p:ext uri="{BB962C8B-B14F-4D97-AF65-F5344CB8AC3E}">
        <p14:creationId xmlns:p14="http://schemas.microsoft.com/office/powerpoint/2010/main" val="2839044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Migration Strategy (No Big-Bang Rewrite)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638"/>
            <a:ext cx="54864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7285"/>
                </a:solidFill>
              </a:defRPr>
            </a:pPr>
            <a:r>
              <a:t>Phase 1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Introduce canonical contract and validators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Run adapters for Gen A/Gen B/</a:t>
            </a:r>
            <a:r>
              <a:rPr err="1"/>
              <a:t>iDEE</a:t>
            </a:r>
            <a:r>
              <a:t> in parallel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Pilot 3-5 datasets end-to-end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Lock audit schema and naming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0920"/>
            <a:ext cx="54864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7285"/>
                </a:solidFill>
              </a:defRPr>
            </a:pPr>
            <a:r>
              <a:t>Phase 2/3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Migrate remaining datasets by domain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Deprecate legacy direct-runtime paths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Move to contract-only runtime ingestion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Retire obsolete metadata fields after cutover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82F49"/>
                </a:solidFill>
              </a:rPr>
              <a:t>30-Day Technical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Canonical metadata schema + validation pack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Adapter conformance tests (Gen A, Gen B, iDEE)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Reference Lakeflow job graph with DQ + SCD2 + audit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Pilot metrics: onboarding time, run reliability, DQ coverage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Engineering readiness review for broader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25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iDEE-Databricks Metadata-Driven ELT Framework</vt:lpstr>
      <vt:lpstr>Engineering Problem Statement</vt:lpstr>
      <vt:lpstr>Prerequisites for a New User</vt:lpstr>
      <vt:lpstr>Where is the Framework Installed?</vt:lpstr>
      <vt:lpstr>The LEGO Design Philosophy</vt:lpstr>
      <vt:lpstr>End-to-End Runtime Flow</vt:lpstr>
      <vt:lpstr>Control Plane: Six Metadata Tables</vt:lpstr>
      <vt:lpstr>Configuration Flow</vt:lpstr>
      <vt:lpstr>Databricks Runtime Design (Execution Plane)</vt:lpstr>
      <vt:lpstr>Deployment and SDLC Pattern</vt:lpstr>
      <vt:lpstr>Open Technical Risks and Decisions</vt:lpstr>
      <vt:lpstr>Expected Business Value</vt:lpstr>
      <vt:lpstr>Next Steps</vt:lpstr>
      <vt:lpstr>Q &amp; A</vt:lpstr>
      <vt:lpstr>END</vt:lpstr>
      <vt:lpstr>Supplemental Slides</vt:lpstr>
      <vt:lpstr>The LEGO Design Philosophy</vt:lpstr>
      <vt:lpstr>Engineering Problem Statement</vt:lpstr>
      <vt:lpstr>Architecture Decision: Canonical Contract</vt:lpstr>
      <vt:lpstr>Architecture Decision: Canonical Contract + Adapters</vt:lpstr>
      <vt:lpstr>Control Plane: Six Metadata Objects</vt:lpstr>
      <vt:lpstr>Architecture Decision: Canonical Contract  What do we need to get started?</vt:lpstr>
      <vt:lpstr>End-to-End Runtime Flow</vt:lpstr>
      <vt:lpstr>Migration Strategy (No Big-Bang Rewrite)</vt:lpstr>
      <vt:lpstr>30-Day Technical 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2026-07-22T19:20:25Z</dcterms:modified>
  <cp:category/>
</cp:coreProperties>
</file>