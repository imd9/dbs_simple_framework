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modernComment_107_0.xml" ContentType="application/vnd.ms-powerpoint.comments+xml"/>
  <Override PartName="/ppt/notesSlides/notesSlide9.xml" ContentType="application/vnd.openxmlformats-officedocument.presentationml.notesSlide+xml"/>
  <Override PartName="/ppt/comments/modernComment_108_0.xml" ContentType="application/vnd.ms-powerpoint.comments+xml"/>
  <Override PartName="/ppt/notesSlides/notesSlide10.xml" ContentType="application/vnd.openxmlformats-officedocument.presentationml.notesSlide+xml"/>
  <Override PartName="/ppt/comments/modernComment_10E_0.xml" ContentType="application/vnd.ms-powerpoint.comment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3E6555E-A9BD-BD85-5D43-2346CF5F7E4C}" name="Duran, Italo [ETHUS]" initials="ID" userId="S::IDuran3@its.jnj.com::ee543a02-cff0-44f5-ad87-1d7ba900923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4811BD-1932-4E8F-B512-064F77232CED}" v="3" dt="2026-07-30T19:58:48.6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ran, Italo [ETHUS]" userId="ee543a02-cff0-44f5-ad87-1d7ba9009238" providerId="ADAL" clId="{D47AD13C-23DB-4A6E-AE41-52FD366C3D00}"/>
    <pc:docChg chg="custSel addSld delSld modSld sldOrd">
      <pc:chgData name="Duran, Italo [ETHUS]" userId="ee543a02-cff0-44f5-ad87-1d7ba9009238" providerId="ADAL" clId="{D47AD13C-23DB-4A6E-AE41-52FD366C3D00}" dt="2026-07-30T20:00:44.094" v="147" actId="47"/>
      <pc:docMkLst>
        <pc:docMk/>
      </pc:docMkLst>
      <pc:sldChg chg="modSp mod">
        <pc:chgData name="Duran, Italo [ETHUS]" userId="ee543a02-cff0-44f5-ad87-1d7ba9009238" providerId="ADAL" clId="{D47AD13C-23DB-4A6E-AE41-52FD366C3D00}" dt="2026-07-30T17:25:43.049" v="15" actId="20577"/>
        <pc:sldMkLst>
          <pc:docMk/>
          <pc:sldMk cId="0" sldId="256"/>
        </pc:sldMkLst>
        <pc:spChg chg="mod">
          <ac:chgData name="Duran, Italo [ETHUS]" userId="ee543a02-cff0-44f5-ad87-1d7ba9009238" providerId="ADAL" clId="{D47AD13C-23DB-4A6E-AE41-52FD366C3D00}" dt="2026-07-30T17:25:43.049" v="15" actId="20577"/>
          <ac:spMkLst>
            <pc:docMk/>
            <pc:sldMk cId="0" sldId="256"/>
            <ac:spMk id="6" creationId="{00000000-0000-0000-0000-000000000000}"/>
          </ac:spMkLst>
        </pc:spChg>
      </pc:sldChg>
      <pc:sldChg chg="del ord">
        <pc:chgData name="Duran, Italo [ETHUS]" userId="ee543a02-cff0-44f5-ad87-1d7ba9009238" providerId="ADAL" clId="{D47AD13C-23DB-4A6E-AE41-52FD366C3D00}" dt="2026-07-30T20:00:44.094" v="147" actId="47"/>
        <pc:sldMkLst>
          <pc:docMk/>
          <pc:sldMk cId="0" sldId="258"/>
        </pc:sldMkLst>
      </pc:sldChg>
      <pc:sldChg chg="modSp mod">
        <pc:chgData name="Duran, Italo [ETHUS]" userId="ee543a02-cff0-44f5-ad87-1d7ba9009238" providerId="ADAL" clId="{D47AD13C-23DB-4A6E-AE41-52FD366C3D00}" dt="2026-07-30T19:23:29.676" v="144" actId="20577"/>
        <pc:sldMkLst>
          <pc:docMk/>
          <pc:sldMk cId="0" sldId="259"/>
        </pc:sldMkLst>
        <pc:spChg chg="mod">
          <ac:chgData name="Duran, Italo [ETHUS]" userId="ee543a02-cff0-44f5-ad87-1d7ba9009238" providerId="ADAL" clId="{D47AD13C-23DB-4A6E-AE41-52FD366C3D00}" dt="2026-07-30T19:23:29.676" v="144" actId="20577"/>
          <ac:spMkLst>
            <pc:docMk/>
            <pc:sldMk cId="0" sldId="259"/>
            <ac:spMk id="15" creationId="{00000000-0000-0000-0000-000000000000}"/>
          </ac:spMkLst>
        </pc:spChg>
      </pc:sldChg>
      <pc:sldChg chg="add setBg">
        <pc:chgData name="Duran, Italo [ETHUS]" userId="ee543a02-cff0-44f5-ad87-1d7ba9009238" providerId="ADAL" clId="{D47AD13C-23DB-4A6E-AE41-52FD366C3D00}" dt="2026-07-30T17:28:14.684" v="16"/>
        <pc:sldMkLst>
          <pc:docMk/>
          <pc:sldMk cId="0" sldId="268"/>
        </pc:sldMkLst>
      </pc:sldChg>
      <pc:sldChg chg="delSp modSp add del mod">
        <pc:chgData name="Duran, Italo [ETHUS]" userId="ee543a02-cff0-44f5-ad87-1d7ba9009238" providerId="ADAL" clId="{D47AD13C-23DB-4A6E-AE41-52FD366C3D00}" dt="2026-07-30T20:00:42.957" v="146" actId="47"/>
        <pc:sldMkLst>
          <pc:docMk/>
          <pc:sldMk cId="967448532" sldId="269"/>
        </pc:sldMkLst>
        <pc:spChg chg="mod">
          <ac:chgData name="Duran, Italo [ETHUS]" userId="ee543a02-cff0-44f5-ad87-1d7ba9009238" providerId="ADAL" clId="{D47AD13C-23DB-4A6E-AE41-52FD366C3D00}" dt="2026-07-30T17:29:15.811" v="57" actId="20577"/>
          <ac:spMkLst>
            <pc:docMk/>
            <pc:sldMk cId="967448532" sldId="269"/>
            <ac:spMk id="2" creationId="{5A18E470-BD0C-7C83-1DB1-20EE189F1E06}"/>
          </ac:spMkLst>
        </pc:spChg>
        <pc:spChg chg="del">
          <ac:chgData name="Duran, Italo [ETHUS]" userId="ee543a02-cff0-44f5-ad87-1d7ba9009238" providerId="ADAL" clId="{D47AD13C-23DB-4A6E-AE41-52FD366C3D00}" dt="2026-07-30T17:28:35.850" v="18" actId="478"/>
          <ac:spMkLst>
            <pc:docMk/>
            <pc:sldMk cId="967448532" sldId="269"/>
            <ac:spMk id="3" creationId="{C47BA921-4D8A-B8B6-11A6-015BE7051043}"/>
          </ac:spMkLst>
        </pc:spChg>
        <pc:spChg chg="del">
          <ac:chgData name="Duran, Italo [ETHUS]" userId="ee543a02-cff0-44f5-ad87-1d7ba9009238" providerId="ADAL" clId="{D47AD13C-23DB-4A6E-AE41-52FD366C3D00}" dt="2026-07-30T17:28:37.358" v="19" actId="478"/>
          <ac:spMkLst>
            <pc:docMk/>
            <pc:sldMk cId="967448532" sldId="269"/>
            <ac:spMk id="4" creationId="{27718269-0469-93A8-5705-E1312D782AA3}"/>
          </ac:spMkLst>
        </pc:spChg>
        <pc:spChg chg="del">
          <ac:chgData name="Duran, Italo [ETHUS]" userId="ee543a02-cff0-44f5-ad87-1d7ba9009238" providerId="ADAL" clId="{D47AD13C-23DB-4A6E-AE41-52FD366C3D00}" dt="2026-07-30T17:28:39.125" v="20" actId="478"/>
          <ac:spMkLst>
            <pc:docMk/>
            <pc:sldMk cId="967448532" sldId="269"/>
            <ac:spMk id="5" creationId="{B2F087C5-304B-31D9-38E1-C5763A42D641}"/>
          </ac:spMkLst>
        </pc:spChg>
        <pc:spChg chg="del">
          <ac:chgData name="Duran, Italo [ETHUS]" userId="ee543a02-cff0-44f5-ad87-1d7ba9009238" providerId="ADAL" clId="{D47AD13C-23DB-4A6E-AE41-52FD366C3D00}" dt="2026-07-30T17:28:42.285" v="22" actId="478"/>
          <ac:spMkLst>
            <pc:docMk/>
            <pc:sldMk cId="967448532" sldId="269"/>
            <ac:spMk id="6" creationId="{7A9FA3D4-4443-3E99-40DC-5D2304502316}"/>
          </ac:spMkLst>
        </pc:spChg>
        <pc:spChg chg="del">
          <ac:chgData name="Duran, Italo [ETHUS]" userId="ee543a02-cff0-44f5-ad87-1d7ba9009238" providerId="ADAL" clId="{D47AD13C-23DB-4A6E-AE41-52FD366C3D00}" dt="2026-07-30T17:28:40.679" v="21" actId="478"/>
          <ac:spMkLst>
            <pc:docMk/>
            <pc:sldMk cId="967448532" sldId="269"/>
            <ac:spMk id="7" creationId="{4BA697C0-67EF-E6CC-4506-A85E579C5EEC}"/>
          </ac:spMkLst>
        </pc:spChg>
        <pc:spChg chg="del">
          <ac:chgData name="Duran, Italo [ETHUS]" userId="ee543a02-cff0-44f5-ad87-1d7ba9009238" providerId="ADAL" clId="{D47AD13C-23DB-4A6E-AE41-52FD366C3D00}" dt="2026-07-30T17:28:44.621" v="23" actId="478"/>
          <ac:spMkLst>
            <pc:docMk/>
            <pc:sldMk cId="967448532" sldId="269"/>
            <ac:spMk id="8" creationId="{1C8B4BA6-6A21-419F-9CAE-318F8CD55179}"/>
          </ac:spMkLst>
        </pc:spChg>
      </pc:sldChg>
      <pc:sldChg chg="add setBg">
        <pc:chgData name="Duran, Italo [ETHUS]" userId="ee543a02-cff0-44f5-ad87-1d7ba9009238" providerId="ADAL" clId="{D47AD13C-23DB-4A6E-AE41-52FD366C3D00}" dt="2026-07-30T19:58:48.613" v="145"/>
        <pc:sldMkLst>
          <pc:docMk/>
          <pc:sldMk cId="0" sldId="270"/>
        </pc:sldMkLst>
      </pc:sldChg>
    </pc:docChg>
  </pc:docChgLst>
</pc:chgInfo>
</file>

<file path=ppt/comments/modernComment_10E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41F08DE-4106-4A5C-9216-6587808A6542}" authorId="{43E6555E-A9BD-BD85-5D43-2346CF5F7E4C}" created="2026-07-30T19:59:39.344">
    <pc:sldMkLst xmlns:pc="http://schemas.microsoft.com/office/powerpoint/2013/main/command">
      <pc:docMk/>
      <pc:sldMk cId="0" sldId="270"/>
    </pc:sldMkLst>
    <p188:txBody>
      <a:bodyPr/>
      <a:lstStyle/>
      <a:p>
        <a:r>
          <a:rPr lang="en-US"/>
          <a:t>Restart what?</a:t>
        </a:r>
      </a:p>
    </p188:txBody>
  </p188:cm>
</p188:cmLst>
</file>

<file path=ppt/comments/modernComment_10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F31DC6A-3AFF-4BEE-8EE1-89E4D6B58E59}" authorId="{43E6555E-A9BD-BD85-5D43-2346CF5F7E4C}" created="2026-07-30T19:35:55.307">
    <pc:sldMkLst xmlns:pc="http://schemas.microsoft.com/office/powerpoint/2013/main/command">
      <pc:docMk/>
      <pc:sldMk cId="0" sldId="263"/>
    </pc:sldMkLst>
    <p188:txBody>
      <a:bodyPr/>
      <a:lstStyle/>
      <a:p>
        <a:r>
          <a:rPr lang="en-US"/>
          <a:t>Need to review this and fix this slide, what I really wanna say here? </a:t>
        </a:r>
      </a:p>
    </p188:txBody>
  </p188:cm>
</p188:cmLst>
</file>

<file path=ppt/comments/modernComment_108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D7AE49C-B878-4A03-A4EA-EB85469570C9}" authorId="{43E6555E-A9BD-BD85-5D43-2346CF5F7E4C}" created="2026-07-30T19:58:05.308">
    <pc:sldMkLst xmlns:pc="http://schemas.microsoft.com/office/powerpoint/2013/main/command">
      <pc:docMk/>
      <pc:sldMk cId="0" sldId="264"/>
    </pc:sldMkLst>
    <p188:txBody>
      <a:bodyPr/>
      <a:lstStyle/>
      <a:p>
        <a:r>
          <a:rPr lang="en-US"/>
          <a:t>Need to have check list separate for the app vs the framework from what ojoma asked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4594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end to end in the Databricks workspace today. This is one complete unit of work, not a collection of half-built parts.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unit of onboarding moves from code to configuration. That is the whole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instructions, eight delivered. The next slides show 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Metadata DDL sits with the framework because every adopting team gets the same five tables. Application DDL is story-specific and belongs to the team that requested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separation is the point. You see exactly what would be written before anything is 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Rename a key and the parser cannot find the column. That constraint keeps the config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 language differs between engines — SQL booleans versus GX expectation types — so a rule cannot be copy-pasted between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template defect is the strongest argument for writing tests early — it was found before the framework left the workspace.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seven is the most convincing thing in the demo. Most metadata frameworks quietly double their rows on a re-run.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live. Phases 8 and 9 are the payoff — the load works, and running it twice changes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out loud in the demo rather than letting anyone discover it. Claiming more than was built is the fastest way to lose credibility.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Items 1-3 are the next unit of work. Items 4-6 are queued behind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inviting the open questions rather than declaring it finished.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7_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8_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E_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 ·  FRAMEWORK v0.1.0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iDEE for Databricks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metadata-driven ELT framework.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YAML file onboards a dataset — no new pipeline, no new code.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1188720" cy="32004"/>
          </a:xfrm>
          <a:prstGeom prst="rect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Yagnik &amp; Italo Duran  ·  Data Engineering  · 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are solving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onboard 50 datasets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writing 50 pipelines?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Traditionally each new source means a new notebook, a new job, and new code to review, test, and maintain. The cost of dataset number fifty is the same as dataset number 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675120" y="1554480"/>
            <a:ext cx="4846320" cy="356616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040880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040880" y="22402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8229600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YAML file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040880" y="352044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engineer copies a template, fills it in, and submits it. The framework validates, parses, and loads the metadata.</a:t>
            </a:r>
            <a:endParaRPr lang="en-US" sz="1350" dirty="0"/>
          </a:p>
          <a:p>
            <a:pPr marL="0" indent="0">
              <a:lnSpc>
                <a:spcPts val="2000"/>
              </a:lnSpc>
              <a:buNone/>
            </a:pPr>
            <a:endParaRPr lang="en-US" sz="13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pipeline. No new notebook. No code change.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asked for — and delivered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traces to a specific instruction from the sync meeting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609344"/>
            <a:ext cx="256032" cy="256032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609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5727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folders, remove experimental files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06440" y="1572768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bundle, duplicate guides, stray scripts removed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2093976"/>
            <a:ext cx="256032" cy="256032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" y="2093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0574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folders with DBX-oriented names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806440" y="2057400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idee_dbx_framework  ·  idee_dbx_app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" y="2578608"/>
            <a:ext cx="256032" cy="256032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" y="2578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54203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framework from application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806440" y="2542032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+ logic one side, filled config + app DDL the other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" y="3063240"/>
            <a:ext cx="256032" cy="256032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" y="3063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02666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config validator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806440" y="3026664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config_validator.py — schema and version aware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" y="3547872"/>
            <a:ext cx="256032" cy="256032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" y="3547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351129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config parser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806440" y="3511296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config_parser.py — emits metadata actions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" y="4032504"/>
            <a:ext cx="256032" cy="256032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8368" y="4032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39959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PyTest unit tests from the beginning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806440" y="3995928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tests across validator and parser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8368" y="4517136"/>
            <a:ext cx="256032" cy="256032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8368" y="4517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51560" y="44805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sample pipeline very small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806440" y="4480560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source, 1 target, 5 columns, full refresh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8368" y="5001768"/>
            <a:ext cx="256032" cy="256032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8368" y="5001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51560" y="49651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from a Databricks notebook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806440" y="4965192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18-phase end-to-end validation notebook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58368" y="5486400"/>
            <a:ext cx="256032" cy="256032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58368" y="5486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51560" y="544982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naming and casing throughout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5806440" y="5449824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standard, applied across every file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and application, kept separate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Shared, reusable logic on one side. One team's artifacts on the other.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72768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idee_dbx_framework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572768" y="23042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framework engineers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278892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config template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config schema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Validator, parser, loader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DDL — the 5 tables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unit tests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standard, changelog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257800" cy="3749040"/>
          </a:xfrm>
          <a:prstGeom prst="roundRect">
            <a:avLst>
              <a:gd name="adj" fmla="val 1951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83680" y="1920240"/>
            <a:ext cx="457200" cy="457200"/>
          </a:xfrm>
          <a:prstGeom prst="ellipse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96328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idee_dbx_app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196328" y="23042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the application team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278892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config — the copy from template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DDL — bronze, silver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flat csv files for now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notebook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output and logs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template is blank and framework-owned.  A filled copy is not a template — it belongs to the team that filled it.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stages, deliberately separate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produces a plan without executing it — which is what makes a dry run meaningful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38728" cy="3200400"/>
          </a:xfrm>
          <a:prstGeom prst="roundRect">
            <a:avLst>
              <a:gd name="adj" fmla="val 2286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011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0299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config legal?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01752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schema matching config_version. Checks fields, types, enums, and cross-field rules. Reports every error at once.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538728" cy="3200400"/>
          </a:xfrm>
          <a:prstGeom prst="roundRect">
            <a:avLst>
              <a:gd name="adj" fmla="val 2286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2011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57800" y="20299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66344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it do?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301752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a valid config into a plan of MERGE statements. Maps YAML keys straight to table columns. Executes nothing.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1691640"/>
            <a:ext cx="3538728" cy="3200400"/>
          </a:xfrm>
          <a:prstGeom prst="roundRect">
            <a:avLst>
              <a:gd name="adj" fmla="val 2286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66760" y="2011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667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61120" y="20299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36676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plan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66760" y="301752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to the metadata schema. Supports dry run. The only stage that touches Spark.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166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Emitted at every step:   Loading started  →  Config version detected  →  Schema validation passed  →  Parser completed  →  Load complete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metadata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config tables plus one runtime audit table. One config file maps onto all four.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627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SECTION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926080" y="1627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TABLE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60720" y="16276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058400" y="1627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99339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99339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0" y="199339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source_config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760720" y="199339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data comes from, how to connect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0" y="199339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26517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26517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object_config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760720" y="26517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dataset, and how it is loaded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0" y="265176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31012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33101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926080" y="331012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column_config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760720" y="331012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column looks like after cleaning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0" y="33101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 column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968496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396849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quality: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926080" y="396849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quality_rule_config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760720" y="396849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record valid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0" y="396849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 rule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462686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7F8FA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7240" y="462686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926080" y="462686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pipeline_audit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760720" y="4626864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at run time, never configured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058400" y="462686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keys are named exactly after their target table columns — the parser maps them with no translation layer.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— the user chooses the engine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field, quality.engine, decides where rules come from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38728" cy="3246120"/>
          </a:xfrm>
          <a:prstGeom prst="roundRect">
            <a:avLst>
              <a:gd name="adj" fmla="val 2254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9385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rule packs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7432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files in a dq_rules/ folder, engineering-owned. The config points at them; users never hand-write rules.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4434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requires  rules_path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38728" cy="3246120"/>
          </a:xfrm>
          <a:prstGeom prst="roundRect">
            <a:avLst>
              <a:gd name="adj" fmla="val 2254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9385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great_expectations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2331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 inside Databricks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7432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Great Expectations suite, stored as JSON and authored the GX way. The config names the suite to run.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63440" y="4434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requires  suite_name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38728" cy="3246120"/>
          </a:xfrm>
          <a:prstGeom prst="roundRect">
            <a:avLst>
              <a:gd name="adj" fmla="val 2254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66760" y="19385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66760" y="2331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in the config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66760" y="27432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 booleans written directly in the file. Best for quick starts and small datasets.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66760" y="4434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requires  rules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validate and parse correctly today. Runtime enforcement arrives with the ingestion engine.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quality first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prototype — a tested component with standards behind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624328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2624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1645920"/>
            <a:ext cx="2624328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29000" y="1783080"/>
            <a:ext cx="2624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429000" y="2651760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tables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624328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1783080"/>
            <a:ext cx="2624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217920" y="2651760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fixtures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1645920"/>
            <a:ext cx="2624328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006840" y="1783080"/>
            <a:ext cx="2624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9006840" y="2651760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names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384048" cy="384048"/>
          </a:xfrm>
          <a:prstGeom prst="ellipse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07008" y="34930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schema versioning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663440" y="3465576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config declares config_version. Validation rules live in a versioned schema file — data, not code. New formats add a file; they never edit a published one.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4306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07008" y="42793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663440" y="42519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MERGE, not INSERT. Deterministic rule IDs, not UUIDs. Running the same config twice produces identical row counts — no silent duplication.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093208"/>
            <a:ext cx="384048" cy="384048"/>
          </a:xfrm>
          <a:prstGeom prst="ellipse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5093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07008" y="50657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tests caught a real defect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663440" y="5038344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blank template passed validation, because every placeholder is syntactically legal. Someone could have deployed an unfilled template. Now guarded, and tested.</a:t>
            </a:r>
            <a:endParaRPr lang="en-US" sz="125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demo path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the sequence that was asked for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77393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691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sample YAML config for one simple pipeline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313432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3957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23134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validator runs against it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2935224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0175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293522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confirms schema and version match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3557016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36393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35570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parser runs against the valid config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0080" y="4178808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68680" y="42611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3040" y="4178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produces the metadata action list and DML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40080" y="480060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68680" y="48828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4882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63040" y="4800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into the metadata tables — dry run first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40080" y="5422392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EAF3EE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68680" y="5504688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8680" y="5504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463040" y="54223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 second time: counts unchanged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509760" y="54223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idempotency</a:t>
            </a:r>
            <a:endParaRPr lang="en-US" sz="12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notebook proves the whole thing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iDEE Framework End to End Validation — 18 phases, about three minutes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881360" cy="420624"/>
          </a:xfrm>
          <a:prstGeom prst="roundRect">
            <a:avLst>
              <a:gd name="adj" fmla="val 17391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5727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63040" y="15727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layout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0" y="1572768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and app folders resolve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10881360" cy="420624"/>
          </a:xfrm>
          <a:prstGeom prst="roundRect">
            <a:avLst>
              <a:gd name="adj" fmla="val 17391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05740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205740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and restart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0" y="2057400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pytest, pyyaml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542032"/>
            <a:ext cx="10881360" cy="420624"/>
          </a:xfrm>
          <a:prstGeom prst="roundRect">
            <a:avLst>
              <a:gd name="adj" fmla="val 17391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254203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254203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95 unit tests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2542032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light on framework code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026664"/>
            <a:ext cx="10881360" cy="420624"/>
          </a:xfrm>
          <a:prstGeom prst="roundRect">
            <a:avLst>
              <a:gd name="adj" fmla="val 17391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302666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302666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rejects bad input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0" y="3026664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broken configs, five clear errors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511296"/>
            <a:ext cx="10881360" cy="420624"/>
          </a:xfrm>
          <a:prstGeom prst="roundRect">
            <a:avLst>
              <a:gd name="adj" fmla="val 17391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3511296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351129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template rejected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3511296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unfilled template must never pass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3995928"/>
            <a:ext cx="10881360" cy="420624"/>
          </a:xfrm>
          <a:prstGeom prst="roundRect">
            <a:avLst>
              <a:gd name="adj" fmla="val 17391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" y="399592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63040" y="399592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Preflight and metadata DDL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3995928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 verified, five tables created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4480560"/>
            <a:ext cx="10881360" cy="420624"/>
          </a:xfrm>
          <a:prstGeom prst="roundRect">
            <a:avLst>
              <a:gd name="adj" fmla="val 17391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2960" y="44805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63040" y="44805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0" y="4480560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parse, preview SQL — writes nothing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" y="4965192"/>
            <a:ext cx="10881360" cy="420624"/>
          </a:xfrm>
          <a:prstGeom prst="roundRect">
            <a:avLst>
              <a:gd name="adj" fmla="val 17391"/>
            </a:avLst>
          </a:prstGeom>
          <a:solidFill>
            <a:srgbClr val="EAF3EE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22960" y="496519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463040" y="496519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load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6400" y="4965192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rows appear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" y="5449824"/>
            <a:ext cx="10881360" cy="420624"/>
          </a:xfrm>
          <a:prstGeom prst="roundRect">
            <a:avLst>
              <a:gd name="adj" fmla="val 17391"/>
            </a:avLst>
          </a:prstGeom>
          <a:solidFill>
            <a:srgbClr val="EAF3EE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22960" y="544982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463040" y="544982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check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86400" y="5449824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again — counts do not double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0080" y="60533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demo, the regression test, and the onboarding walkthrough — in one artifact.</a:t>
            </a:r>
            <a:endParaRPr lang="en-US" sz="135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— stated plainly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the boundary is what makes the rest credible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3200400"/>
          </a:xfrm>
          <a:prstGeom prst="roundRect">
            <a:avLst>
              <a:gd name="adj" fmla="val 2286"/>
            </a:avLst>
          </a:prstGeom>
          <a:solidFill>
            <a:srgbClr val="EAF3EE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v0.1 DOES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 filled config against a versioned schema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it into metadata actions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idempotent MERGE statements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metadata into Unity Catalog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from a notebook or the command line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FBF0E8"/>
          </a:solidFill>
          <a:ln w="9525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2940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NOT DO YET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29400" y="233172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data — there is no ingestion engine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DQ rules against records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append, incremental, or CDC at run time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bundles or CI/CD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5120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 loads metadata, not data. Proving the config path end to end before building on top of it is the point of working in small complete units.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increments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priority order — two people can work in parallel from here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4650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746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98448" y="1691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ingestion engine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577840" y="16916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Loader driven by object_config. Full refresh only.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36829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2368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98448" y="231343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transformation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577840" y="23134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Rename, cast, trim — driven by column_config.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299008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990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98448" y="293522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audit writes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77840" y="293522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exists; nothing populates it yet.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611880"/>
            <a:ext cx="402336" cy="402336"/>
          </a:xfrm>
          <a:prstGeom prst="ellipse">
            <a:avLst/>
          </a:prstGeom>
          <a:solidFill>
            <a:srgbClr val="9AA5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611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98448" y="355701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runtime enforcement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577840" y="355701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rules the config already describes.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4233672"/>
            <a:ext cx="402336" cy="402336"/>
          </a:xfrm>
          <a:prstGeom prst="ellipse">
            <a:avLst/>
          </a:prstGeom>
          <a:solidFill>
            <a:srgbClr val="9AA5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4233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98448" y="41788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Append, then incremental and CDC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77840" y="417880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full refresh is proven.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4855464"/>
            <a:ext cx="402336" cy="402336"/>
          </a:xfrm>
          <a:prstGeom prst="ellipse">
            <a:avLst/>
          </a:prstGeom>
          <a:solidFill>
            <a:srgbClr val="9AA5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4855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98448" y="4800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bundles and CI/CD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577840" y="48006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on Bitbucket repos and AD groups.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5532120"/>
            <a:ext cx="10881360" cy="0"/>
          </a:xfrm>
          <a:prstGeom prst="line">
            <a:avLst/>
          </a:prstGeom>
          <a:noFill/>
          <a:ln w="12700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is repo-shaped already — moving into Bitbucket is a copy, not a redesign.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complete unit of work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265176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structure, a versioned config contract, a validator, a parser, 95 tests, and a working end-to-end path — proven in the workspace.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3749040"/>
            <a:ext cx="1188720" cy="32004"/>
          </a:xfrm>
          <a:prstGeom prst="rect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41148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output form · agreed metadata table set · coverage targets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663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wider demo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0" y="4663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with Ojoma first, as agreed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ca48ea3-8c75-4d36-b64f-70604b11fd22}" enabled="1" method="Standard" siteId="{3ac94b33-9135-4821-9502-eafda6592a3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1652</Words>
  <Application>Microsoft Office PowerPoint</Application>
  <PresentationFormat>Widescreen</PresentationFormat>
  <Paragraphs>254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iDEE for Databricks</dc:title>
  <dc:subject>PptxGenJS Presentation</dc:subject>
  <dc:creator>Italo Duran</dc:creator>
  <cp:lastModifiedBy>Duran, Italo [ETHUS]</cp:lastModifiedBy>
  <cp:revision>1</cp:revision>
  <dcterms:created xsi:type="dcterms:W3CDTF">2026-07-30T16:57:31Z</dcterms:created>
  <dcterms:modified xsi:type="dcterms:W3CDTF">2026-07-30T20:00:47Z</dcterms:modified>
</cp:coreProperties>
</file>