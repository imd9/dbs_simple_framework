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Working end to end in the Databricks workspace today. This is one complete unit of work, not a collection of half-built parts.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unit of onboarding moves from code to configuration. That is the whole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instructions, eight delivered. The next slides show how.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Metadata DDL sits with the framework because every adopting team gets the same five tables. Application DDL is story-specific and belongs to the team that requested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two trees. The rule for deciding where something goes is the line at the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separation is the point. You see exactly what would be written before anything is written.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Rename a key and the parser cannot find the column. That constraint keeps the config honest.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rule language differs between engines — SQL booleans versus GX expectation types — so a rule cannot be copy-pasted between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template defect is the strongest argument for writing tests early — it was found before the framework left the workspace.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app folder is deliberately absent here. It is the consuming team's artifact, not part of standing the framework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answers 'do I do this every time data arrives'. No — onboarding happens once. Data refresh is a scheduled job against the same metadata.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notebook is about the framework, not about anyone's data. Phases 8 and 9 are the payoff.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with the previous slide: same framework, different caller. The app notebook contains no framework logic.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out loud rather than letting anyone discover it. Claiming more than was built is the fastest way to lose credibility.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Items 1-3 are the next unit of work. Items 4-6 are queued behind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inviting the open questions rather than declaring it finished.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 ·  FRAMEWORK v0.1.0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iDEE for Databricks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metadata-driven ELT framework.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YAML file onboards a dataset — no new pipeline, no new code.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343400"/>
            <a:ext cx="1188720" cy="32004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 Yagnik &amp; Italo Duran  ·  Data Engineering  ·  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we are solving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60020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we onboard 50 datasets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writing 50 pipelines?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Traditionally each new source means a new notebook, a new job, and new code to review, test, and maintain. The cost of dataset number fifty is the same as dataset number one.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675120" y="1554480"/>
            <a:ext cx="4846320" cy="3566160"/>
          </a:xfrm>
          <a:prstGeom prst="roundRect">
            <a:avLst>
              <a:gd name="adj" fmla="val 2051"/>
            </a:avLst>
          </a:prstGeom>
          <a:solidFill>
            <a:srgbClr val="1E2761"/>
          </a:solidFill>
          <a:ln w="9525">
            <a:solidFill>
              <a:srgbClr val="D6D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0" y="1874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040880" y="224028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9000" dirty="0"/>
          </a:p>
        </p:txBody>
      </p:sp>
      <p:sp>
        <p:nvSpPr>
          <p:cNvPr id="8" name="Text 6"/>
          <p:cNvSpPr/>
          <p:nvPr/>
        </p:nvSpPr>
        <p:spPr>
          <a:xfrm>
            <a:off x="8229600" y="2697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YAML file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040880" y="352044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engineer copies a template, fills it in, and submits it. The framework validates, parses, and loads the metadata.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pipeline. No new notebook. No code change.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asked for — and delivered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traces to a specific instruction from the sync meeting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8368" y="1609344"/>
            <a:ext cx="256032" cy="25603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6093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57276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folders, remove experimental files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806440" y="1572768"/>
            <a:ext cx="5715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bundle, duplicate guides, stray scripts removed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" y="2093976"/>
            <a:ext cx="256032" cy="25603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2093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205740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folders with DBX-oriented names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806440" y="2057400"/>
            <a:ext cx="5715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idee_dbx_framework  ·  idee_dbx_app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" y="2578608"/>
            <a:ext cx="256032" cy="25603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25786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54203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framework from application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806440" y="2542032"/>
            <a:ext cx="5715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+ logic one side, filled config + app DDL the other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" y="3063240"/>
            <a:ext cx="256032" cy="25603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3063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02666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config validator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806440" y="3026664"/>
            <a:ext cx="5715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config_validator.py — schema and version aware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8368" y="3547872"/>
            <a:ext cx="256032" cy="25603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3547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351129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config parser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806440" y="3511296"/>
            <a:ext cx="5715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config_parser.py — emits metadata actions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8368" y="4032504"/>
            <a:ext cx="256032" cy="25603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40325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51560" y="399592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PyTest unit tests from the beginning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806440" y="3995928"/>
            <a:ext cx="5715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tests across validator and parser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58368" y="4517136"/>
            <a:ext cx="256032" cy="25603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" y="45171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51560" y="448056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sample pipeline very small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806440" y="4480560"/>
            <a:ext cx="5715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source, 1 target, 5 columns, full refresh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58368" y="5001768"/>
            <a:ext cx="256032" cy="25603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33" name="Text 31"/>
          <p:cNvSpPr/>
          <p:nvPr/>
        </p:nvSpPr>
        <p:spPr>
          <a:xfrm>
            <a:off x="658368" y="50017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51560" y="496519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from a Databricks notebook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806440" y="4965192"/>
            <a:ext cx="5715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18-phase end-to-end validation notebook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58368" y="5486400"/>
            <a:ext cx="256032" cy="256032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37" name="Text 35"/>
          <p:cNvSpPr/>
          <p:nvPr/>
        </p:nvSpPr>
        <p:spPr>
          <a:xfrm>
            <a:off x="658368" y="5486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51560" y="544982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naming and casing throughout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5806440" y="5449824"/>
            <a:ext cx="5715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standard, applied across every file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and application, kept separate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Shared, reusable logic on one side. One team's artifacts on the other.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3749040"/>
          </a:xfrm>
          <a:prstGeom prst="roundRect">
            <a:avLst>
              <a:gd name="adj" fmla="val 1951"/>
            </a:avLst>
          </a:prstGeom>
          <a:solidFill>
            <a:srgbClr val="EEF2FB"/>
          </a:solidFill>
          <a:ln w="9525">
            <a:solidFill>
              <a:srgbClr val="D6DE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920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72768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idee_dbx_framework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572768" y="23042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by framework engineers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2788920"/>
            <a:ext cx="4663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config template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config schema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Validator, parser, loader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DDL — the 5 tables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unit tests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standard, changelog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257800" cy="3749040"/>
          </a:xfrm>
          <a:prstGeom prst="roundRect">
            <a:avLst>
              <a:gd name="adj" fmla="val 1951"/>
            </a:avLst>
          </a:prstGeom>
          <a:solidFill>
            <a:srgbClr val="EEF2FB"/>
          </a:solidFill>
          <a:ln w="9525">
            <a:solidFill>
              <a:srgbClr val="D6DE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1920240"/>
            <a:ext cx="457200" cy="457200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196328" y="1965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idee_dbx_app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196328" y="23042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by the application team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75120" y="278892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config — the copy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DDL — bronze, silver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notebook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output and logs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template is blank and framework-owned.  A filled copy is not a template — it belongs to the team that filled it.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lives where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folders under one parent — the structure moves into Bitbucket unchanged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EEF2FB"/>
          </a:solidFill>
          <a:ln w="9525">
            <a:solidFill>
              <a:srgbClr val="D6DE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75564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idee_dbx_framework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0848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once  ·  shared by every team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051560" y="248716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8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templates/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852928" y="248716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blank YAML users copy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51560" y="288950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8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schema/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852928" y="288950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validation contract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51560" y="329184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8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src/idee_dbx/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852928" y="32918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· parser · loader · CLI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51560" y="369417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8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ddl/metadata/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852928" y="369417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 metadata tables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51560" y="409651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8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852928" y="4096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PyTest cases + fixtures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51560" y="449884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8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notebooks/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852928" y="44988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validation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51560" y="490118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8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852928" y="490118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· naming · changelog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63640" y="1554480"/>
            <a:ext cx="5257800" cy="4114800"/>
          </a:xfrm>
          <a:prstGeom prst="roundRect">
            <a:avLst>
              <a:gd name="adj" fmla="val 1778"/>
            </a:avLst>
          </a:prstGeom>
          <a:solidFill>
            <a:srgbClr val="EEF2FB"/>
          </a:solidFill>
          <a:ln w="9525">
            <a:solidFill>
              <a:srgbClr val="D6DE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175564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idee_dbx_app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83680" y="20848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application team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675120" y="2487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8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config/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156448" y="24871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YAML — one per dataset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675120" y="288950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8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ddl/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156448" y="288950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· silver · quarantine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675120" y="32918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8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156448" y="32918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source files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675120" y="36941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8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notebooks/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156448" y="369417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team calls the framework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675120" y="40965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8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156448" y="40965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guide for data engineers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675120" y="44988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8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output/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156448" y="44988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and parse output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40080" y="5852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folder never contains framework logic. If another team would need it too, it belongs on the left.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stages, deliberately separate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produces a plan without executing it — which is what makes a dry run meaningful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38728" cy="3200400"/>
          </a:xfrm>
          <a:prstGeom prst="roundRect">
            <a:avLst>
              <a:gd name="adj" fmla="val 2286"/>
            </a:avLst>
          </a:prstGeom>
          <a:solidFill>
            <a:srgbClr val="EEF2FB"/>
          </a:solidFill>
          <a:ln w="9525">
            <a:solidFill>
              <a:srgbClr val="D6DE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011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20299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60120" y="2606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config legal?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301752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the schema matching config_version. Checks fields, types, enums, and cross-field rules. Reports every error at once.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1691640"/>
            <a:ext cx="3538728" cy="3200400"/>
          </a:xfrm>
          <a:prstGeom prst="roundRect">
            <a:avLst>
              <a:gd name="adj" fmla="val 2286"/>
            </a:avLst>
          </a:prstGeom>
          <a:solidFill>
            <a:srgbClr val="EEF2FB"/>
          </a:solidFill>
          <a:ln w="9525">
            <a:solidFill>
              <a:srgbClr val="D6DE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2011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57800" y="20299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PARSE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663440" y="2606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it do?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301752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a valid config into a plan of MERGE statements. Maps YAML keys straight to table columns. Executes nothing.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46720" y="1691640"/>
            <a:ext cx="3538728" cy="3200400"/>
          </a:xfrm>
          <a:prstGeom prst="roundRect">
            <a:avLst>
              <a:gd name="adj" fmla="val 2286"/>
            </a:avLst>
          </a:prstGeom>
          <a:solidFill>
            <a:srgbClr val="EEF2FB"/>
          </a:solidFill>
          <a:ln w="9525">
            <a:solidFill>
              <a:srgbClr val="D6DE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66760" y="2011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3667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961120" y="20299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366760" y="2606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plan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66760" y="301752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to the metadata schema. Supports dry run. The only stage that touches Spark.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51663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Emitted at every step:   Loading started  →  Config version detected  →  Schema validation passed  →  Parser completed  →  Load complete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metadata model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config tables plus one runtime audit table. One config file maps onto all four.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627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SECTION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926080" y="16276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TABLE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760720" y="16276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058400" y="16276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993392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EEF2FB"/>
          </a:solidFill>
          <a:ln w="9525">
            <a:solidFill>
              <a:srgbClr val="D6DE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9339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26080" y="199339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source_config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760720" y="1993392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data comes from, how to connect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0" y="199339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row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65176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EEF2FB"/>
          </a:solidFill>
          <a:ln w="9525">
            <a:solidFill>
              <a:srgbClr val="D6DE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65176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dataset: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26080" y="26517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object_config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760720" y="265176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dataset, and how it is loaded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0" y="265176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row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3310128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EEF2FB"/>
          </a:solidFill>
          <a:ln w="9525">
            <a:solidFill>
              <a:srgbClr val="D6D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31012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columns: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926080" y="331012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column_config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760720" y="3310128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column looks like after cleaning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0" y="33101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per column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3968496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EEF2FB"/>
          </a:solidFill>
          <a:ln w="9525">
            <a:solidFill>
              <a:srgbClr val="D6DE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96849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quality: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926080" y="396849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quality_rule_config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760720" y="3968496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 record valid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0" y="396849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per rule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" y="4626864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7F8FA"/>
          </a:solidFill>
          <a:ln w="9525">
            <a:solidFill>
              <a:srgbClr val="D6DE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62686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926080" y="462686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pipeline_audit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760720" y="4626864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at run time, never configured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058400" y="462686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40080" y="54406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keys are named exactly after their target table columns — the parser maps them with no translation layer.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— the user chooses the engine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field, quality.engine, decides where rules come from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38728" cy="3246120"/>
          </a:xfrm>
          <a:prstGeom prst="roundRect">
            <a:avLst>
              <a:gd name="adj" fmla="val 2254"/>
            </a:avLst>
          </a:prstGeom>
          <a:solidFill>
            <a:srgbClr val="EEF2FB"/>
          </a:solidFill>
          <a:ln w="9525">
            <a:solidFill>
              <a:srgbClr val="D6DE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93852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native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23317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rule packs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7432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files in a dq_rules/ folder, engineering-owned. The config points at them; users never hand-write rules.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0120" y="44348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requires  rules_path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538728" cy="3246120"/>
          </a:xfrm>
          <a:prstGeom prst="roundRect">
            <a:avLst>
              <a:gd name="adj" fmla="val 2254"/>
            </a:avLst>
          </a:prstGeom>
          <a:solidFill>
            <a:srgbClr val="EEF2FB"/>
          </a:solidFill>
          <a:ln w="9525">
            <a:solidFill>
              <a:srgbClr val="D6DE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93852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great_expectations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3440" y="23317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GX inside Databricks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27432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Great Expectations suite, stored as JSON and authored the GX way. The config names the suite to run.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663440" y="44348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requires  suite_name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538728" cy="3246120"/>
          </a:xfrm>
          <a:prstGeom prst="roundRect">
            <a:avLst>
              <a:gd name="adj" fmla="val 2254"/>
            </a:avLst>
          </a:prstGeom>
          <a:solidFill>
            <a:srgbClr val="EEF2FB"/>
          </a:solidFill>
          <a:ln w="9525">
            <a:solidFill>
              <a:srgbClr val="D6DE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193852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inline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66760" y="23317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in the config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66760" y="27432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SQL booleans written directly in the file. Best for quick starts and small datasets.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366760" y="44348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requires  rules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5212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validate and parse correctly today. Runtime enforcement arrives with the ingestion engine.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 quality first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prototype — a tested component with standards behind 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624328" cy="1600200"/>
          </a:xfrm>
          <a:prstGeom prst="roundRect">
            <a:avLst>
              <a:gd name="adj" fmla="val 4571"/>
            </a:avLst>
          </a:prstGeom>
          <a:solidFill>
            <a:srgbClr val="1E2761"/>
          </a:solidFill>
          <a:ln w="9525">
            <a:solidFill>
              <a:srgbClr val="D6DE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83080"/>
            <a:ext cx="2624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 cases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29000" y="1645920"/>
            <a:ext cx="2624328" cy="1600200"/>
          </a:xfrm>
          <a:prstGeom prst="roundRect">
            <a:avLst>
              <a:gd name="adj" fmla="val 4571"/>
            </a:avLst>
          </a:prstGeom>
          <a:solidFill>
            <a:srgbClr val="1E2761"/>
          </a:solidFill>
          <a:ln w="9525">
            <a:solidFill>
              <a:srgbClr val="D6DE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783080"/>
            <a:ext cx="2624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429000" y="2651760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files, all verified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624328" cy="1600200"/>
          </a:xfrm>
          <a:prstGeom prst="roundRect">
            <a:avLst>
              <a:gd name="adj" fmla="val 4571"/>
            </a:avLst>
          </a:prstGeom>
          <a:solidFill>
            <a:srgbClr val="1E2761"/>
          </a:solidFill>
          <a:ln w="9525">
            <a:solidFill>
              <a:srgbClr val="D6DE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783080"/>
            <a:ext cx="2624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6217920" y="2651760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configs onboarded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06840" y="1645920"/>
            <a:ext cx="2624328" cy="1600200"/>
          </a:xfrm>
          <a:prstGeom prst="roundRect">
            <a:avLst>
              <a:gd name="adj" fmla="val 4571"/>
            </a:avLst>
          </a:prstGeom>
          <a:solidFill>
            <a:srgbClr val="1E2761"/>
          </a:solidFill>
          <a:ln w="9525">
            <a:solidFill>
              <a:srgbClr val="D6DE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06840" y="1783080"/>
            <a:ext cx="2624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9006840" y="2651760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names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384048" cy="384048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07008" y="349300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schema versioning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663440" y="3465576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config declares config_version. Validation rules live in a versioned schema file — data, not code. New formats add a file; they never edit a published one.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306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07008" y="42793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663440" y="425196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MERGE, not INSERT. Deterministic rule IDs, not UUIDs. Running the same config twice produces identical row counts — no silent duplication.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093208"/>
            <a:ext cx="384048" cy="384048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093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07008" y="506577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tests caught a real defect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663440" y="5038344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blank template passed validation, because every placeholder is syntactically legal. Someone could have deployed an unfilled template. Now guarded, and tested.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up the framework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once per environment, by a framework engineer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549640" y="457200"/>
            <a:ext cx="297180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549640" y="45720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PER ENVIRONMENT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6035040" cy="868680"/>
          </a:xfrm>
          <a:prstGeom prst="roundRect">
            <a:avLst>
              <a:gd name="adj" fmla="val 8421"/>
            </a:avLst>
          </a:prstGeom>
          <a:solidFill>
            <a:srgbClr val="EEF2FB"/>
          </a:solidFill>
          <a:ln w="9525">
            <a:solidFill>
              <a:srgbClr val="D6DE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192938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1929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81328" y="178308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framework folder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481328" y="207568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idee_dbx_framework only. The app folder belongs to the consuming team and is not part of setup.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2651760"/>
            <a:ext cx="6035040" cy="868680"/>
          </a:xfrm>
          <a:prstGeom prst="roundRect">
            <a:avLst>
              <a:gd name="adj" fmla="val 8421"/>
            </a:avLst>
          </a:prstGeom>
          <a:solidFill>
            <a:srgbClr val="EEF2FB"/>
          </a:solidFill>
          <a:ln w="9525">
            <a:solidFill>
              <a:srgbClr val="D6DE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6112" y="288950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2889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81328" y="274320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paths and catalog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481328" y="303580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variable block at the top of the notebook. Nothing else is edited, anywhere.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611880"/>
            <a:ext cx="6035040" cy="868680"/>
          </a:xfrm>
          <a:prstGeom prst="roundRect">
            <a:avLst>
              <a:gd name="adj" fmla="val 8421"/>
            </a:avLst>
          </a:prstGeom>
          <a:solidFill>
            <a:srgbClr val="EEF2FB"/>
          </a:solidFill>
          <a:ln w="9525">
            <a:solidFill>
              <a:srgbClr val="D6DE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" y="384962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3849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81328" y="370332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end-to-end notebook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481328" y="399592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performs every remaining step itself — see right.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572000"/>
            <a:ext cx="6035040" cy="868680"/>
          </a:xfrm>
          <a:prstGeom prst="roundRect">
            <a:avLst>
              <a:gd name="adj" fmla="val 8421"/>
            </a:avLst>
          </a:prstGeom>
          <a:solidFill>
            <a:srgbClr val="EEF2FB"/>
          </a:solidFill>
          <a:ln w="9525">
            <a:solidFill>
              <a:srgbClr val="D6DE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6112" y="480974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896112" y="4809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81328" y="466344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five tables, zero rows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481328" y="495604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is now ready. No application team repeats any of this.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949440" y="1691640"/>
            <a:ext cx="4572000" cy="3749040"/>
          </a:xfrm>
          <a:prstGeom prst="roundRect">
            <a:avLst>
              <a:gd name="adj" fmla="val 1951"/>
            </a:avLst>
          </a:prstGeom>
          <a:solidFill>
            <a:srgbClr val="1E2761"/>
          </a:solidFill>
          <a:ln w="9525">
            <a:solidFill>
              <a:srgbClr val="D6DE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69480" y="193852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NOTEBOOK DOES FOR YOU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69480" y="2377440"/>
            <a:ext cx="3977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pytest and pyyaml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95 unit tests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both schemas exist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5 metadata tables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the validator rejects bad input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run, then live load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Re-runs to prove idempotency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0080" y="57150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touches one folder and one variable block. Everything else is automated.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Onboarding a dataset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once per dataset — not once per load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915400" y="457200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E8833A"/>
          </a:solidFill>
          <a:ln/>
        </p:spPr>
      </p:sp>
      <p:sp>
        <p:nvSpPr>
          <p:cNvPr id="5" name="Text 3"/>
          <p:cNvSpPr/>
          <p:nvPr/>
        </p:nvSpPr>
        <p:spPr>
          <a:xfrm>
            <a:off x="8915400" y="4572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PER DATASET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6675120" cy="548640"/>
          </a:xfrm>
          <a:prstGeom prst="roundRect">
            <a:avLst>
              <a:gd name="adj" fmla="val 13333"/>
            </a:avLst>
          </a:prstGeom>
          <a:solidFill>
            <a:srgbClr val="EEF2FB"/>
          </a:solidFill>
          <a:ln w="9525">
            <a:solidFill>
              <a:srgbClr val="D6DE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77393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89888" y="16916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template into config/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691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copy another filled config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313432"/>
            <a:ext cx="6675120" cy="548640"/>
          </a:xfrm>
          <a:prstGeom prst="roundRect">
            <a:avLst>
              <a:gd name="adj" fmla="val 13333"/>
            </a:avLst>
          </a:prstGeom>
          <a:solidFill>
            <a:srgbClr val="EEF2FB"/>
          </a:solidFill>
          <a:ln w="9525">
            <a:solidFill>
              <a:srgbClr val="D6DE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23957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89888" y="231343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source, dataset, columns, quality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31343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is commented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2935224"/>
            <a:ext cx="6675120" cy="548640"/>
          </a:xfrm>
          <a:prstGeom prst="roundRect">
            <a:avLst>
              <a:gd name="adj" fmla="val 13333"/>
            </a:avLst>
          </a:prstGeom>
          <a:solidFill>
            <a:srgbClr val="FBF0E8"/>
          </a:solidFill>
          <a:ln w="9525">
            <a:solidFill>
              <a:srgbClr val="D6DE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3017520"/>
            <a:ext cx="384048" cy="384048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89888" y="293522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293522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error at once, naming the field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557016"/>
            <a:ext cx="6675120" cy="548640"/>
          </a:xfrm>
          <a:prstGeom prst="roundRect">
            <a:avLst>
              <a:gd name="adj" fmla="val 13333"/>
            </a:avLst>
          </a:prstGeom>
          <a:solidFill>
            <a:srgbClr val="EEF2FB"/>
          </a:solidFill>
          <a:ln w="9525">
            <a:solidFill>
              <a:srgbClr val="D6DE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1248" y="36393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" y="3639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89888" y="355701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bronze and silver DDL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92040" y="355701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dataset's tables, created once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4178808"/>
            <a:ext cx="6675120" cy="548640"/>
          </a:xfrm>
          <a:prstGeom prst="roundRect">
            <a:avLst>
              <a:gd name="adj" fmla="val 13333"/>
            </a:avLst>
          </a:prstGeom>
          <a:solidFill>
            <a:srgbClr val="EEF2FB"/>
          </a:solidFill>
          <a:ln w="9525">
            <a:solidFill>
              <a:srgbClr val="D6DE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1248" y="426110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" y="4261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389888" y="417880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92040" y="41788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MERGE statements first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" y="4800600"/>
            <a:ext cx="6675120" cy="548640"/>
          </a:xfrm>
          <a:prstGeom prst="roundRect">
            <a:avLst>
              <a:gd name="adj" fmla="val 13333"/>
            </a:avLst>
          </a:prstGeom>
          <a:solidFill>
            <a:srgbClr val="EEF2FB"/>
          </a:solidFill>
          <a:ln w="9525">
            <a:solidFill>
              <a:srgbClr val="D6DE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1248" y="48828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841248" y="4882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389888" y="48006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metadata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92040" y="4800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is now registered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543800" y="1691640"/>
            <a:ext cx="3977640" cy="3657600"/>
          </a:xfrm>
          <a:prstGeom prst="roundRect">
            <a:avLst>
              <a:gd name="adj" fmla="val 2000"/>
            </a:avLst>
          </a:prstGeom>
          <a:solidFill>
            <a:srgbClr val="EEF2FB"/>
          </a:solidFill>
          <a:ln w="9525">
            <a:solidFill>
              <a:srgbClr val="D6DE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18120" y="190195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REPEATS, AND WHAT DOES NOT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818120" y="2377440"/>
            <a:ext cx="3474720" cy="804672"/>
          </a:xfrm>
          <a:prstGeom prst="roundRect">
            <a:avLst>
              <a:gd name="adj" fmla="val 6818"/>
            </a:avLst>
          </a:prstGeom>
          <a:solidFill>
            <a:srgbClr val="F5F7FB"/>
          </a:solidFill>
          <a:ln w="9525">
            <a:solidFill>
              <a:srgbClr val="D6DE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01000" y="24688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setup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001000" y="276148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per environment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818120" y="3291840"/>
            <a:ext cx="3474720" cy="804672"/>
          </a:xfrm>
          <a:prstGeom prst="roundRect">
            <a:avLst>
              <a:gd name="adj" fmla="val 6818"/>
            </a:avLst>
          </a:prstGeom>
          <a:solidFill>
            <a:srgbClr val="FBF0E8"/>
          </a:solidFill>
          <a:ln w="9525">
            <a:solidFill>
              <a:srgbClr val="D6DE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01000" y="33832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 dataset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001000" y="367588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per dataset — the steps at left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818120" y="4206240"/>
            <a:ext cx="3474720" cy="804672"/>
          </a:xfrm>
          <a:prstGeom prst="roundRect">
            <a:avLst>
              <a:gd name="adj" fmla="val 6818"/>
            </a:avLst>
          </a:prstGeom>
          <a:solidFill>
            <a:srgbClr val="EAF3EE"/>
          </a:solidFill>
          <a:ln w="9525">
            <a:solidFill>
              <a:srgbClr val="D6DE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01000" y="42976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the data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001000" y="459028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scheduled run — no config touched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818120" y="50840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loading: next increment.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40080" y="56235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registers a dataset once. After that a scheduled job reloads it — the config is never re-run to refresh data.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framework notebook — proving it works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idee_dbx_framework / notebooks / iDEE Framework End to End Validation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686800" y="45720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0" y="4572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FOLDER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572768"/>
            <a:ext cx="10881360" cy="420624"/>
          </a:xfrm>
          <a:prstGeom prst="roundRect">
            <a:avLst>
              <a:gd name="adj" fmla="val 17391"/>
            </a:avLst>
          </a:prstGeom>
          <a:solidFill>
            <a:srgbClr val="EEF2FB"/>
          </a:solidFill>
          <a:ln w="9525">
            <a:solidFill>
              <a:srgbClr val="D6DE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72768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157276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layout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0" y="1572768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folder resolves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057400"/>
            <a:ext cx="10881360" cy="420624"/>
          </a:xfrm>
          <a:prstGeom prst="roundRect">
            <a:avLst>
              <a:gd name="adj" fmla="val 17391"/>
            </a:avLst>
          </a:prstGeom>
          <a:solidFill>
            <a:srgbClr val="EEF2FB"/>
          </a:solidFill>
          <a:ln w="9525">
            <a:solidFill>
              <a:srgbClr val="D6DE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05740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63040" y="205740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and restart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0" y="2057400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pytest, pyyaml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2542032"/>
            <a:ext cx="10881360" cy="420624"/>
          </a:xfrm>
          <a:prstGeom prst="roundRect">
            <a:avLst>
              <a:gd name="adj" fmla="val 17391"/>
            </a:avLst>
          </a:prstGeom>
          <a:solidFill>
            <a:srgbClr val="EEF2FB"/>
          </a:solidFill>
          <a:ln w="9525">
            <a:solidFill>
              <a:srgbClr val="D6DE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542032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254203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95 unit tests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0" y="2542032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light on framework code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026664"/>
            <a:ext cx="10881360" cy="420624"/>
          </a:xfrm>
          <a:prstGeom prst="roundRect">
            <a:avLst>
              <a:gd name="adj" fmla="val 17391"/>
            </a:avLst>
          </a:prstGeom>
          <a:solidFill>
            <a:srgbClr val="EEF2FB"/>
          </a:solidFill>
          <a:ln w="9525">
            <a:solidFill>
              <a:srgbClr val="D6D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026664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63040" y="3026664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rejects bad input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0" y="3026664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broken configs, five clear errors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3511296"/>
            <a:ext cx="10881360" cy="420624"/>
          </a:xfrm>
          <a:prstGeom prst="roundRect">
            <a:avLst>
              <a:gd name="adj" fmla="val 17391"/>
            </a:avLst>
          </a:prstGeom>
          <a:solidFill>
            <a:srgbClr val="EEF2FB"/>
          </a:solidFill>
          <a:ln w="9525">
            <a:solidFill>
              <a:srgbClr val="D6DE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511296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5b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63040" y="351129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template rejected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0" y="3511296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unfilled template must never pass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3995928"/>
            <a:ext cx="10881360" cy="420624"/>
          </a:xfrm>
          <a:prstGeom prst="roundRect">
            <a:avLst>
              <a:gd name="adj" fmla="val 17391"/>
            </a:avLst>
          </a:prstGeom>
          <a:solidFill>
            <a:srgbClr val="EEF2FB"/>
          </a:solidFill>
          <a:ln w="9525">
            <a:solidFill>
              <a:srgbClr val="D6DE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3995928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63040" y="399592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Preflight and metadata DDL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0" y="3995928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 verified, five tables created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" y="4480560"/>
            <a:ext cx="10881360" cy="420624"/>
          </a:xfrm>
          <a:prstGeom prst="roundRect">
            <a:avLst>
              <a:gd name="adj" fmla="val 17391"/>
            </a:avLst>
          </a:prstGeom>
          <a:solidFill>
            <a:srgbClr val="EEF2FB"/>
          </a:solidFill>
          <a:ln w="9525">
            <a:solidFill>
              <a:srgbClr val="D6DE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448056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463040" y="448056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86400" y="4480560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Validate, parse, preview SQL — writes nothing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40080" y="4965192"/>
            <a:ext cx="10881360" cy="420624"/>
          </a:xfrm>
          <a:prstGeom prst="roundRect">
            <a:avLst>
              <a:gd name="adj" fmla="val 17391"/>
            </a:avLst>
          </a:prstGeom>
          <a:solidFill>
            <a:srgbClr val="EAF3EE"/>
          </a:solidFill>
          <a:ln w="9525">
            <a:solidFill>
              <a:srgbClr val="D6DE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4965192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463040" y="496519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load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486400" y="4965192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rows appear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40080" y="5449824"/>
            <a:ext cx="10881360" cy="420624"/>
          </a:xfrm>
          <a:prstGeom prst="roundRect">
            <a:avLst>
              <a:gd name="adj" fmla="val 17391"/>
            </a:avLst>
          </a:prstGeom>
          <a:solidFill>
            <a:srgbClr val="EAF3EE"/>
          </a:solidFill>
          <a:ln w="9525">
            <a:solidFill>
              <a:srgbClr val="D6DE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" y="5449824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463040" y="5449824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check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486400" y="5449824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again — counts do not double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40080" y="60533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by the framework engineer. Proves the framework itself is healthy — before any dataset exists.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application notebook — using it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idee_dbx_app / notebooks / run_sample_pipeline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052560" y="457200"/>
            <a:ext cx="2468880" cy="384048"/>
          </a:xfrm>
          <a:prstGeom prst="roundRect">
            <a:avLst>
              <a:gd name="adj" fmla="val 14286"/>
            </a:avLst>
          </a:prstGeom>
          <a:solidFill>
            <a:srgbClr val="E8833A"/>
          </a:solidFill>
          <a:ln/>
        </p:spPr>
      </p:sp>
      <p:sp>
        <p:nvSpPr>
          <p:cNvPr id="5" name="Text 3"/>
          <p:cNvSpPr/>
          <p:nvPr/>
        </p:nvSpPr>
        <p:spPr>
          <a:xfrm>
            <a:off x="9052560" y="4572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FOLDER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EEF2FB"/>
          </a:solidFill>
          <a:ln w="9525">
            <a:solidFill>
              <a:srgbClr val="D6DE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91640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1691640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at the framework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0" y="1691640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 idee_dbx from the framework folder — no framework code is copied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377440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EEF2FB"/>
          </a:solidFill>
          <a:ln w="9525">
            <a:solidFill>
              <a:srgbClr val="D6DE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377440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63040" y="2377440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application tables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0" y="2377440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this team's DDL: bronze, silver, quarantine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063240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EEF2FB"/>
          </a:solidFill>
          <a:ln w="9525">
            <a:solidFill>
              <a:srgbClr val="D6DE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063240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3063240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this team's config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69280" y="3063240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filled YAML in config/ — not a template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3749040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EEF2FB"/>
          </a:solidFill>
          <a:ln w="9525">
            <a:solidFill>
              <a:srgbClr val="D6D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749040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63040" y="3749040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into metadata actions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69280" y="3749040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planned actions for the demo dataset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4434840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EEF2FB"/>
          </a:solidFill>
          <a:ln w="9525">
            <a:solidFill>
              <a:srgbClr val="D6DE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434840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63040" y="4434840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into the metadata schema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669280" y="4434840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 first, then live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5120640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EAF3EE"/>
          </a:solidFill>
          <a:ln w="9525">
            <a:solidFill>
              <a:srgbClr val="D6DE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120640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63040" y="5120640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what landed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669280" y="5120640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object_config joined to column_config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by the data engineer. Same three stages — but pointed at this team's config, in this team's schema.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— stated plainly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the boundary is what makes the rest credible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49240" cy="3200400"/>
          </a:xfrm>
          <a:prstGeom prst="roundRect">
            <a:avLst>
              <a:gd name="adj" fmla="val 2286"/>
            </a:avLst>
          </a:prstGeom>
          <a:solidFill>
            <a:srgbClr val="EAF3EE"/>
          </a:solidFill>
          <a:ln w="9525">
            <a:solidFill>
              <a:srgbClr val="D6DE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v0.1 DOES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4663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a filled config against a versioned schema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it into metadata actions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idempotent MERGE statements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metadata into Unity Catalog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from a notebook or the command line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645920"/>
            <a:ext cx="5257800" cy="3200400"/>
          </a:xfrm>
          <a:prstGeom prst="roundRect">
            <a:avLst>
              <a:gd name="adj" fmla="val 2286"/>
            </a:avLst>
          </a:prstGeom>
          <a:solidFill>
            <a:srgbClr val="FBF0E8"/>
          </a:solidFill>
          <a:ln w="9525">
            <a:solidFill>
              <a:srgbClr val="D6DE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NOT DO YET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29400" y="233172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data — there is no ingestion engine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a schedule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DQ rules against records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append, incremental, or CDC at run time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bundles or CI/CD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51206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v0.1 loads metadata, not data. Proving the config path end to end before building on top of it is the point of working in small complete units.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increments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priority order — two people can work in parallel from here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4650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46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98448" y="16916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ingestion engine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577840" y="16916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Loader driven by object_config. Full refresh only.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36829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368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98448" y="231343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transformation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577840" y="23134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Rename, cast, trim — driven by column_config.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299008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990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98448" y="293522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audit writes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577840" y="2935224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table exists; nothing populates it yet.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3611880"/>
            <a:ext cx="402336" cy="402336"/>
          </a:xfrm>
          <a:prstGeom prst="ellipse">
            <a:avLst/>
          </a:prstGeom>
          <a:solidFill>
            <a:srgbClr val="9AA5B8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611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98448" y="355701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runtime enforcement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577840" y="355701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rules the config already describes.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4233672"/>
            <a:ext cx="402336" cy="402336"/>
          </a:xfrm>
          <a:prstGeom prst="ellipse">
            <a:avLst/>
          </a:prstGeom>
          <a:solidFill>
            <a:srgbClr val="9AA5B8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233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98448" y="417880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Append, then incremental and CDC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577840" y="417880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full refresh is proven.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5800" y="4855464"/>
            <a:ext cx="402336" cy="402336"/>
          </a:xfrm>
          <a:prstGeom prst="ellipse">
            <a:avLst/>
          </a:prstGeom>
          <a:solidFill>
            <a:srgbClr val="9AA5B8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4855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98448" y="48006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bundles and CI/CD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577840" y="48006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on Bitbucket repos and AD groups.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5532120"/>
            <a:ext cx="10881360" cy="0"/>
          </a:xfrm>
          <a:prstGeom prst="line">
            <a:avLst/>
          </a:prstGeom>
          <a:noFill/>
          <a:ln w="12700">
            <a:solidFill>
              <a:srgbClr val="D6DE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5669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 is repo-shaped already — moving into Bitbucket is a copy, not a redesign.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7373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complete unit of work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265176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structure, a versioned config contract, a validator, a parser, 95 tests, and a working end-to-end path — proven in the workspace.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3749040"/>
            <a:ext cx="1188720" cy="32004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4114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for 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97680" y="411480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output form · agreed metadata table set · coverage targets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663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wider demo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97680" y="4663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with Ojoma first, as agreed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iDEE for Databricks</dc:title>
  <dc:subject>PptxGenJS Presentation</dc:subject>
  <dc:creator>Yash Yagnik &amp; Italo Duran</dc:creator>
  <cp:lastModifiedBy>Yash Yagnik &amp; Italo Duran</cp:lastModifiedBy>
  <cp:revision>1</cp:revision>
  <dcterms:created xsi:type="dcterms:W3CDTF">2026-08-03T04:56:39Z</dcterms:created>
  <dcterms:modified xsi:type="dcterms:W3CDTF">2026-08-03T04:56:39Z</dcterms:modified>
</cp:coreProperties>
</file>